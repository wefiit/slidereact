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2" r:id="rId4"/>
    <p:sldMasterId id="2147483693" r:id="rId5"/>
  </p:sldMasterIdLst>
  <p:notesMasterIdLst>
    <p:notesMasterId r:id="rId7"/>
  </p:notesMasterIdLst>
  <p:sldIdLst>
    <p:sldId id="2147483554" r:id="rId6"/>
  </p:sldIdLst>
  <p:sldSz cx="12192000" cy="6858000"/>
  <p:notesSz cx="6858000" cy="9144000"/>
  <p:embeddedFontLst>
    <p:embeddedFont>
      <p:font typeface="Geomanist" panose="02000503000000020004" pitchFamily="2" charset="0"/>
      <p:regular r:id="rId8"/>
      <p:bold r:id="rId9"/>
    </p:embeddedFont>
    <p:embeddedFont>
      <p:font typeface="Geomanist Bold" panose="02000503000000020004" pitchFamily="2" charset="0"/>
      <p:bold r:id="rId10"/>
    </p:embeddedFont>
    <p:embeddedFont>
      <p:font typeface="Geomanist Regular" panose="02000503000000020004" pitchFamily="2" charset="0"/>
      <p:regular r:id="rId11"/>
    </p:embeddedFont>
    <p:embeddedFont>
      <p:font typeface="Helvetica" panose="020B0604020202020204" pitchFamily="34" charset="0"/>
      <p:regular r:id="rId12"/>
      <p:bold r:id="rId13"/>
      <p:italic r:id="rId14"/>
      <p:boldItalic r:id="rId15"/>
    </p:embeddedFont>
    <p:embeddedFont>
      <p:font typeface="Publica Play Medium" panose="00000600000000000000" pitchFamily="2" charset="0"/>
      <p:regular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6C16E88-1615-0B02-AD0B-94BBF6DCCF7F}" name="Celine SACCONNAY" initials="" userId="S::c.sacconnay@balthazar.org::0a86866f-2ebe-4fe3-aa25-a2e856a3223b" providerId="AD"/>
  <p188:author id="{BC695AC4-3F58-EB32-30A1-F0950FBBD495}" name="Julia  MATHURIN" initials="JM" userId="S::julia.mathurin@wefiit.com::3d976110-f547-4604-9a7a-b10f21445c86" providerId="AD"/>
  <p188:author id="{0C36D6DB-A1C0-DBD1-9C99-A5C2260F8E6A}" name="Morgane  SANTERRE" initials="MS" userId="S::morgane.santerre@wefiit.com::b5d44e59-9065-4e0d-9cb3-c64bc7faac7f" providerId="AD"/>
  <p188:author id="{86F568F0-C563-202B-C05A-6A9754E539F9}" name="Prisca DENIZEAU" initials="PD" userId="S::prisca.denizeau@wefiit.com::f7a2ddcc-9587-4a04-8285-5dae303a27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4FF"/>
    <a:srgbClr val="FFFFFF"/>
    <a:srgbClr val="002682"/>
    <a:srgbClr val="ED7D31"/>
    <a:srgbClr val="FBF2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59F719-55EA-38AC-F220-46CBA84EC7D0}" v="19" dt="2026-05-06T22:30:56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160" autoAdjust="0"/>
    <p:restoredTop sz="94660"/>
  </p:normalViewPr>
  <p:slideViewPr>
    <p:cSldViewPr snapToGrid="0">
      <p:cViewPr varScale="1">
        <p:scale>
          <a:sx n="97" d="100"/>
          <a:sy n="97" d="100"/>
        </p:scale>
        <p:origin x="84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A23CD-0A6A-41E9-8684-C92FFA42EDAC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B0024-21AF-402B-B84B-474C08DF3A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093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84C0F-B9AF-A5A2-EA87-3392EC444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9C8E68C-5D29-8485-D76E-A45223899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4611F6C-7A27-3BB0-DA6E-247170156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Le KPI assure l’excellence opérationnelle</a:t>
            </a:r>
          </a:p>
          <a:p>
            <a:br>
              <a:rPr lang="fr-FR"/>
            </a:br>
            <a:r>
              <a:rPr lang="fr-FR"/>
              <a:t>Le KR pilote le changement : on ne peut pas l’atteindre en faisant ça comme d’habitude</a:t>
            </a:r>
          </a:p>
          <a:p>
            <a:r>
              <a:rPr lang="fr-FR"/>
              <a:t>Si on fait exactement en 2026 que en 2025, on atteindra p)eu ou prou notre KPI</a:t>
            </a:r>
          </a:p>
          <a:p>
            <a:r>
              <a:rPr lang="fr-FR"/>
              <a:t>Par contre on atteindra jamais notre KR</a:t>
            </a:r>
          </a:p>
          <a:p>
            <a:endParaRPr lang="fr-FR"/>
          </a:p>
          <a:p>
            <a:r>
              <a:rPr lang="fr-FR"/>
              <a:t>« OKR are for change. If the </a:t>
            </a:r>
            <a:r>
              <a:rPr lang="fr-FR" err="1"/>
              <a:t>work</a:t>
            </a:r>
            <a:r>
              <a:rPr lang="fr-FR"/>
              <a:t> is about </a:t>
            </a:r>
            <a:r>
              <a:rPr lang="fr-FR" err="1"/>
              <a:t>keeping</a:t>
            </a:r>
            <a:r>
              <a:rPr lang="fr-FR"/>
              <a:t> the </a:t>
            </a:r>
            <a:r>
              <a:rPr lang="fr-FR" err="1"/>
              <a:t>liughts</a:t>
            </a:r>
            <a:r>
              <a:rPr lang="fr-FR"/>
              <a:t> on, use </a:t>
            </a:r>
            <a:r>
              <a:rPr lang="fr-FR" err="1"/>
              <a:t>metrics</a:t>
            </a:r>
            <a:r>
              <a:rPr lang="fr-FR"/>
              <a:t> »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458EDA-8F42-0028-DE09-A83930BA9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DA74BD-C785-F049-945C-F74DFF93BEF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manist Regular" panose="02000503000000020004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manist Regular" panose="0200050300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80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6" Type="http://schemas.microsoft.com/office/2007/relationships/hdphoto" Target="../media/hdphoto3.wdp"/><Relationship Id="rId5" Type="http://schemas.openxmlformats.org/officeDocument/2006/relationships/image" Target="../media/image6.svg"/><Relationship Id="rId4" Type="http://schemas.microsoft.com/office/2007/relationships/hdphoto" Target="../media/hdphoto2.wdp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6" Type="http://schemas.microsoft.com/office/2007/relationships/hdphoto" Target="../media/hdphoto3.wdp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6" Type="http://schemas.microsoft.com/office/2007/relationships/hdphoto" Target="../media/hdphoto3.wdp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80B3FB-82AF-3040-2694-7F2BFEAC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92042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0E24AA7B-682A-8BDE-8996-8CF876E09E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772" y="0"/>
            <a:ext cx="12221632" cy="6857999"/>
          </a:xfrm>
          <a:prstGeom prst="rect">
            <a:avLst/>
          </a:prstGeom>
        </p:spPr>
      </p:pic>
      <p:sp>
        <p:nvSpPr>
          <p:cNvPr id="10" name="Google Shape;169;p1">
            <a:extLst>
              <a:ext uri="{FF2B5EF4-FFF2-40B4-BE49-F238E27FC236}">
                <a16:creationId xmlns:a16="http://schemas.microsoft.com/office/drawing/2014/main" id="{D0200F1B-C522-3A20-DD23-F520FEF307EC}"/>
              </a:ext>
            </a:extLst>
          </p:cNvPr>
          <p:cNvSpPr/>
          <p:nvPr userDrawn="1"/>
        </p:nvSpPr>
        <p:spPr>
          <a:xfrm>
            <a:off x="7860" y="1"/>
            <a:ext cx="12192000" cy="6857999"/>
          </a:xfrm>
          <a:prstGeom prst="rect">
            <a:avLst/>
          </a:prstGeom>
          <a:solidFill>
            <a:srgbClr val="002882">
              <a:alpha val="84313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Geomanist" panose="02000503000000020004" pitchFamily="50" charset="0"/>
              <a:ea typeface="Calibri"/>
              <a:cs typeface="Calibri"/>
              <a:sym typeface="Calibri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1E441A4-9988-87AC-3CF7-E189ABF7B2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1" y="6268128"/>
            <a:ext cx="12192001" cy="368300"/>
          </a:xfrm>
          <a:prstGeom prst="rect">
            <a:avLst/>
          </a:prstGeom>
        </p:spPr>
      </p:pic>
      <p:pic>
        <p:nvPicPr>
          <p:cNvPr id="13" name="Image 2" descr="Une image contenant logo&#10;&#10;Description générée automatiquement">
            <a:extLst>
              <a:ext uri="{FF2B5EF4-FFF2-40B4-BE49-F238E27FC236}">
                <a16:creationId xmlns:a16="http://schemas.microsoft.com/office/drawing/2014/main" id="{49D8D745-0841-E672-8BDB-905C828C58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0059" y="1297222"/>
            <a:ext cx="7971882" cy="3373297"/>
          </a:xfrm>
          <a:prstGeom prst="rect">
            <a:avLst/>
          </a:prstGeom>
        </p:spPr>
      </p:pic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1130C24-307B-E91F-D802-6D9BDD5384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7765" y="4327525"/>
            <a:ext cx="10956471" cy="6365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lvl="0"/>
            <a:r>
              <a:rPr lang="fr-FR"/>
              <a:t>Titre du document.</a:t>
            </a:r>
          </a:p>
        </p:txBody>
      </p:sp>
      <p:sp>
        <p:nvSpPr>
          <p:cNvPr id="20" name="Espace réservé du texte 18">
            <a:extLst>
              <a:ext uri="{FF2B5EF4-FFF2-40B4-BE49-F238E27FC236}">
                <a16:creationId xmlns:a16="http://schemas.microsoft.com/office/drawing/2014/main" id="{0EE63575-1CB6-DACC-FE05-DAA8947149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808" y="5026231"/>
            <a:ext cx="10956471" cy="6365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Geomanist" panose="02000503000000020004" pitchFamily="50" charset="0"/>
              </a:defRPr>
            </a:lvl1pPr>
          </a:lstStyle>
          <a:p>
            <a:pPr lvl="0"/>
            <a:r>
              <a:rPr lang="fr-FR"/>
              <a:t>Date - version</a:t>
            </a:r>
          </a:p>
        </p:txBody>
      </p:sp>
    </p:spTree>
    <p:extLst>
      <p:ext uri="{BB962C8B-B14F-4D97-AF65-F5344CB8AC3E}">
        <p14:creationId xmlns:p14="http://schemas.microsoft.com/office/powerpoint/2010/main" val="2809941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uverture cl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0E24AA7B-682A-8BDE-8996-8CF876E09E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772" y="0"/>
            <a:ext cx="12221632" cy="6857999"/>
          </a:xfrm>
          <a:prstGeom prst="rect">
            <a:avLst/>
          </a:prstGeom>
        </p:spPr>
      </p:pic>
      <p:sp>
        <p:nvSpPr>
          <p:cNvPr id="10" name="Google Shape;169;p1">
            <a:extLst>
              <a:ext uri="{FF2B5EF4-FFF2-40B4-BE49-F238E27FC236}">
                <a16:creationId xmlns:a16="http://schemas.microsoft.com/office/drawing/2014/main" id="{D0200F1B-C522-3A20-DD23-F520FEF307EC}"/>
              </a:ext>
            </a:extLst>
          </p:cNvPr>
          <p:cNvSpPr/>
          <p:nvPr userDrawn="1"/>
        </p:nvSpPr>
        <p:spPr>
          <a:xfrm>
            <a:off x="7860" y="1"/>
            <a:ext cx="12192000" cy="6857999"/>
          </a:xfrm>
          <a:prstGeom prst="rect">
            <a:avLst/>
          </a:prstGeom>
          <a:solidFill>
            <a:srgbClr val="002882">
              <a:alpha val="84313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Geomanist" panose="02000503000000020004" pitchFamily="50" charset="0"/>
              <a:ea typeface="Calibri"/>
              <a:cs typeface="Calibri"/>
              <a:sym typeface="Calibri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1E441A4-9988-87AC-3CF7-E189ABF7B2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1" y="6268128"/>
            <a:ext cx="12192001" cy="368300"/>
          </a:xfrm>
          <a:prstGeom prst="rect">
            <a:avLst/>
          </a:prstGeom>
        </p:spPr>
      </p:pic>
      <p:pic>
        <p:nvPicPr>
          <p:cNvPr id="13" name="Image 2" descr="Une image contenant logo&#10;&#10;Description générée automatiquement">
            <a:extLst>
              <a:ext uri="{FF2B5EF4-FFF2-40B4-BE49-F238E27FC236}">
                <a16:creationId xmlns:a16="http://schemas.microsoft.com/office/drawing/2014/main" id="{49D8D745-0841-E672-8BDB-905C828C58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0059" y="1297222"/>
            <a:ext cx="7971882" cy="3373297"/>
          </a:xfrm>
          <a:prstGeom prst="rect">
            <a:avLst/>
          </a:prstGeom>
        </p:spPr>
      </p:pic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1130C24-307B-E91F-D802-6D9BDD5384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1" y="4327525"/>
            <a:ext cx="7854038" cy="10089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 b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lvl="0"/>
            <a:r>
              <a:rPr lang="fr-FR"/>
              <a:t>Proposition d’accompagnement </a:t>
            </a:r>
            <a:br>
              <a:rPr lang="fr-FR"/>
            </a:br>
            <a:r>
              <a:rPr lang="fr-FR"/>
              <a:t>Organisation de la Digital </a:t>
            </a:r>
            <a:r>
              <a:rPr lang="fr-FR" err="1"/>
              <a:t>Factory</a:t>
            </a:r>
            <a:endParaRPr lang="fr-FR"/>
          </a:p>
        </p:txBody>
      </p:sp>
      <p:sp>
        <p:nvSpPr>
          <p:cNvPr id="20" name="Espace réservé du texte 18">
            <a:extLst>
              <a:ext uri="{FF2B5EF4-FFF2-40B4-BE49-F238E27FC236}">
                <a16:creationId xmlns:a16="http://schemas.microsoft.com/office/drawing/2014/main" id="{0EE63575-1CB6-DACC-FE05-DAA8947149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92291" y="5336480"/>
            <a:ext cx="7854038" cy="3683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Geomanist" panose="02000503000000020004" pitchFamily="50" charset="0"/>
              </a:defRPr>
            </a:lvl1pPr>
          </a:lstStyle>
          <a:p>
            <a:pPr lvl="0"/>
            <a:r>
              <a:rPr lang="fr-FR"/>
              <a:t>Date - version</a:t>
            </a: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420452BF-78FE-903A-D306-6EE88A5196A6}"/>
              </a:ext>
            </a:extLst>
          </p:cNvPr>
          <p:cNvCxnSpPr>
            <a:cxnSpLocks/>
          </p:cNvCxnSpPr>
          <p:nvPr userDrawn="1"/>
        </p:nvCxnSpPr>
        <p:spPr>
          <a:xfrm>
            <a:off x="3410857" y="4427699"/>
            <a:ext cx="0" cy="112931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76750C9C-91B9-BB91-F173-2F5C2FAB160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600200" y="4327525"/>
            <a:ext cx="1535113" cy="13779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Geomanist" panose="02000503000000020004" pitchFamily="50" charset="0"/>
              </a:defRPr>
            </a:lvl1pPr>
          </a:lstStyle>
          <a:p>
            <a:r>
              <a:rPr lang="fr-FR"/>
              <a:t>Logo client</a:t>
            </a:r>
          </a:p>
        </p:txBody>
      </p:sp>
    </p:spTree>
    <p:extLst>
      <p:ext uri="{BB962C8B-B14F-4D97-AF65-F5344CB8AC3E}">
        <p14:creationId xmlns:p14="http://schemas.microsoft.com/office/powerpoint/2010/main" val="402346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ommai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60B3834-1E66-A28B-8AA1-3E2193B4565E}"/>
              </a:ext>
            </a:extLst>
          </p:cNvPr>
          <p:cNvSpPr/>
          <p:nvPr userDrawn="1"/>
        </p:nvSpPr>
        <p:spPr>
          <a:xfrm>
            <a:off x="-6486" y="-91564"/>
            <a:ext cx="12199861" cy="6949564"/>
          </a:xfrm>
          <a:prstGeom prst="rect">
            <a:avLst/>
          </a:prstGeom>
          <a:solidFill>
            <a:srgbClr val="0028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b="0" i="0">
              <a:latin typeface="Geomanist" panose="02000503000000020004" pitchFamily="50" charset="0"/>
            </a:endParaRP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FC1DE025-5628-BF98-A86C-AC2EFF5B5E8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91650" y="6590027"/>
            <a:ext cx="308210" cy="30821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11CC673-87A8-0114-54C1-C89D1EEBA9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1" y="6268128"/>
            <a:ext cx="12192001" cy="368300"/>
          </a:xfrm>
          <a:prstGeom prst="rect">
            <a:avLst/>
          </a:prstGeom>
        </p:spPr>
      </p:pic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FEADD12A-D83F-FDC8-4886-5A5A06CE40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5455" y="1973953"/>
            <a:ext cx="6759040" cy="368300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 sz="18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6" name="Espace réservé du texte 8">
            <a:extLst>
              <a:ext uri="{FF2B5EF4-FFF2-40B4-BE49-F238E27FC236}">
                <a16:creationId xmlns:a16="http://schemas.microsoft.com/office/drawing/2014/main" id="{868B3EDE-4A02-6222-9DAB-91FBAD903E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10289" y="1973953"/>
            <a:ext cx="713479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EF4A681-1F57-F0A2-D6D3-D20FF6DBB474}"/>
              </a:ext>
            </a:extLst>
          </p:cNvPr>
          <p:cNvSpPr txBox="1"/>
          <p:nvPr userDrawn="1"/>
        </p:nvSpPr>
        <p:spPr>
          <a:xfrm>
            <a:off x="2501819" y="1047759"/>
            <a:ext cx="342595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Sommaire</a:t>
            </a:r>
            <a:r>
              <a: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F6941F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.</a:t>
            </a:r>
            <a:r>
              <a: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063F74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 </a:t>
            </a:r>
          </a:p>
        </p:txBody>
      </p:sp>
      <p:pic>
        <p:nvPicPr>
          <p:cNvPr id="8" name="Graphique 7" descr="Repère avec un remplissage uni">
            <a:extLst>
              <a:ext uri="{FF2B5EF4-FFF2-40B4-BE49-F238E27FC236}">
                <a16:creationId xmlns:a16="http://schemas.microsoft.com/office/drawing/2014/main" id="{FD07BD0D-9541-4255-735A-2C20F42D33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275" y="803280"/>
            <a:ext cx="914400" cy="914400"/>
          </a:xfrm>
          <a:prstGeom prst="rect">
            <a:avLst/>
          </a:prstGeom>
        </p:spPr>
      </p:pic>
      <p:sp>
        <p:nvSpPr>
          <p:cNvPr id="9" name="Forme libre 8">
            <a:extLst>
              <a:ext uri="{FF2B5EF4-FFF2-40B4-BE49-F238E27FC236}">
                <a16:creationId xmlns:a16="http://schemas.microsoft.com/office/drawing/2014/main" id="{E18EA679-4C49-F4D6-9D8D-93A6DC6BA598}"/>
              </a:ext>
            </a:extLst>
          </p:cNvPr>
          <p:cNvSpPr/>
          <p:nvPr userDrawn="1"/>
        </p:nvSpPr>
        <p:spPr>
          <a:xfrm>
            <a:off x="1332942" y="1632534"/>
            <a:ext cx="518543" cy="3965793"/>
          </a:xfrm>
          <a:custGeom>
            <a:avLst/>
            <a:gdLst>
              <a:gd name="connsiteX0" fmla="*/ 186815 w 518543"/>
              <a:gd name="connsiteY0" fmla="*/ 0 h 4529137"/>
              <a:gd name="connsiteX1" fmla="*/ 472565 w 518543"/>
              <a:gd name="connsiteY1" fmla="*/ 714375 h 4529137"/>
              <a:gd name="connsiteX2" fmla="*/ 101090 w 518543"/>
              <a:gd name="connsiteY2" fmla="*/ 1171575 h 4529137"/>
              <a:gd name="connsiteX3" fmla="*/ 372552 w 518543"/>
              <a:gd name="connsiteY3" fmla="*/ 1843087 h 4529137"/>
              <a:gd name="connsiteX4" fmla="*/ 1077 w 518543"/>
              <a:gd name="connsiteY4" fmla="*/ 2700337 h 4529137"/>
              <a:gd name="connsiteX5" fmla="*/ 515427 w 518543"/>
              <a:gd name="connsiteY5" fmla="*/ 3657600 h 4529137"/>
              <a:gd name="connsiteX6" fmla="*/ 229677 w 518543"/>
              <a:gd name="connsiteY6" fmla="*/ 4529137 h 4529137"/>
              <a:gd name="connsiteX7" fmla="*/ 229677 w 518543"/>
              <a:gd name="connsiteY7" fmla="*/ 4529137 h 452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8543" h="4529137">
                <a:moveTo>
                  <a:pt x="186815" y="0"/>
                </a:moveTo>
                <a:cubicBezTo>
                  <a:pt x="336834" y="259556"/>
                  <a:pt x="486853" y="519113"/>
                  <a:pt x="472565" y="714375"/>
                </a:cubicBezTo>
                <a:cubicBezTo>
                  <a:pt x="458278" y="909638"/>
                  <a:pt x="117759" y="983456"/>
                  <a:pt x="101090" y="1171575"/>
                </a:cubicBezTo>
                <a:cubicBezTo>
                  <a:pt x="84421" y="1359694"/>
                  <a:pt x="389221" y="1588293"/>
                  <a:pt x="372552" y="1843087"/>
                </a:cubicBezTo>
                <a:cubicBezTo>
                  <a:pt x="355883" y="2097881"/>
                  <a:pt x="-22735" y="2397918"/>
                  <a:pt x="1077" y="2700337"/>
                </a:cubicBezTo>
                <a:cubicBezTo>
                  <a:pt x="24889" y="3002756"/>
                  <a:pt x="477327" y="3352800"/>
                  <a:pt x="515427" y="3657600"/>
                </a:cubicBezTo>
                <a:cubicBezTo>
                  <a:pt x="553527" y="3962400"/>
                  <a:pt x="229677" y="4529137"/>
                  <a:pt x="229677" y="4529137"/>
                </a:cubicBezTo>
                <a:lnTo>
                  <a:pt x="229677" y="4529137"/>
                </a:lnTo>
              </a:path>
            </a:pathLst>
          </a:custGeom>
          <a:noFill/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manist" panose="02000503000000020004" pitchFamily="50" charset="0"/>
              <a:ea typeface="+mn-ea"/>
              <a:cs typeface="+mn-cs"/>
            </a:endParaRPr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C0BB6D39-16F5-7852-6EFC-265287307F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05455" y="2587707"/>
            <a:ext cx="6759040" cy="368300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 startAt="2"/>
              <a:defRPr sz="18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45EC6BCB-889B-0993-AA45-631BBED1F4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0289" y="2587707"/>
            <a:ext cx="713479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76A2755B-EE97-17CF-AC00-F825B649B96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05455" y="3201461"/>
            <a:ext cx="6759040" cy="368300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 startAt="3"/>
              <a:defRPr sz="18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14" name="Espace réservé du texte 8">
            <a:extLst>
              <a:ext uri="{FF2B5EF4-FFF2-40B4-BE49-F238E27FC236}">
                <a16:creationId xmlns:a16="http://schemas.microsoft.com/office/drawing/2014/main" id="{88B6B1C0-E677-AB9C-D3FF-59E498E637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10289" y="3201461"/>
            <a:ext cx="713479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15" name="Espace réservé du texte 7">
            <a:extLst>
              <a:ext uri="{FF2B5EF4-FFF2-40B4-BE49-F238E27FC236}">
                <a16:creationId xmlns:a16="http://schemas.microsoft.com/office/drawing/2014/main" id="{6CECFF3A-9704-DB93-0FAC-C4850B6665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05455" y="3815215"/>
            <a:ext cx="6759040" cy="368300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 startAt="4"/>
              <a:defRPr sz="18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20FAAAA1-1F0D-2DE4-DEFC-A2A730A25C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10289" y="3815215"/>
            <a:ext cx="713479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121CD32A-DAAF-C771-FF2D-4331BD168D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05455" y="4426866"/>
            <a:ext cx="6759040" cy="368300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 startAt="5"/>
              <a:defRPr sz="18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18" name="Espace réservé du texte 8">
            <a:extLst>
              <a:ext uri="{FF2B5EF4-FFF2-40B4-BE49-F238E27FC236}">
                <a16:creationId xmlns:a16="http://schemas.microsoft.com/office/drawing/2014/main" id="{935B77B9-2823-3F12-BDF0-34C2728D8C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10289" y="4426866"/>
            <a:ext cx="713479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691A67CB-133F-084A-A086-A91F2B2104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05455" y="5038517"/>
            <a:ext cx="6759040" cy="368300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 startAt="6"/>
              <a:defRPr sz="18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20" name="Espace réservé du texte 8">
            <a:extLst>
              <a:ext uri="{FF2B5EF4-FFF2-40B4-BE49-F238E27FC236}">
                <a16:creationId xmlns:a16="http://schemas.microsoft.com/office/drawing/2014/main" id="{5D4D57E4-FCF1-4B58-3303-D74AFF9E165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10289" y="5038517"/>
            <a:ext cx="713479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2182029-4E22-2960-3696-E9BBFBA064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F8FAFB"/>
              </a:clrFrom>
              <a:clrTo>
                <a:srgbClr val="F8FA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69088" y="5222667"/>
            <a:ext cx="523527" cy="50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951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ommair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85C4B06-95CF-44B8-96E7-3AA204143A1C}"/>
              </a:ext>
            </a:extLst>
          </p:cNvPr>
          <p:cNvSpPr/>
          <p:nvPr userDrawn="1"/>
        </p:nvSpPr>
        <p:spPr>
          <a:xfrm>
            <a:off x="-1" y="-91564"/>
            <a:ext cx="12199861" cy="6949564"/>
          </a:xfrm>
          <a:prstGeom prst="rect">
            <a:avLst/>
          </a:prstGeom>
          <a:solidFill>
            <a:srgbClr val="0028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b="1" i="0">
              <a:latin typeface="+mj-lt"/>
            </a:endParaRP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ADD1DA98-B076-1CF9-B5C4-25D0055B76D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91650" y="6590027"/>
            <a:ext cx="308210" cy="30821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B8A6EF7-0439-1A40-2C12-22E0005C9E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1" y="6268128"/>
            <a:ext cx="12192001" cy="368300"/>
          </a:xfrm>
          <a:prstGeom prst="rect">
            <a:avLst/>
          </a:prstGeom>
        </p:spPr>
      </p:pic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1284A4C8-62CB-BC91-8525-BBA80C7C06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04150" y="1906252"/>
            <a:ext cx="1764000" cy="792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 b="0">
                <a:latin typeface="Publica Play Medium" pitchFamily="2" charset="77"/>
              </a:rPr>
              <a:t>01.</a:t>
            </a:r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9F68D0C5-930A-FBF5-18BC-15E74AD944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5453" y="2698418"/>
            <a:ext cx="2486119" cy="1969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7" name="Espace réservé du texte 8">
            <a:extLst>
              <a:ext uri="{FF2B5EF4-FFF2-40B4-BE49-F238E27FC236}">
                <a16:creationId xmlns:a16="http://schemas.microsoft.com/office/drawing/2014/main" id="{44C32D09-9F81-EA37-7E87-0A4BFD3703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05454" y="2963192"/>
            <a:ext cx="234000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1DE926A8-A60A-34DB-078A-0D4534FACD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14000" y="1906252"/>
            <a:ext cx="1764000" cy="792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b="0">
                <a:latin typeface="Publica Play Medium" pitchFamily="2" charset="77"/>
              </a:rPr>
              <a:t>02.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35A02AE8-4008-D6B3-109A-A386189040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5303" y="2698418"/>
            <a:ext cx="2486119" cy="1969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AC9DEFE9-C409-463C-0EA9-307B6AC28C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15304" y="2963192"/>
            <a:ext cx="234000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5C5EFE19-9A1E-974D-CE17-F2322D699C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14325" y="1906252"/>
            <a:ext cx="1764000" cy="792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 b="0">
                <a:latin typeface="Publica Play Medium" pitchFamily="2" charset="77"/>
              </a:rPr>
              <a:t>03.</a:t>
            </a:r>
          </a:p>
        </p:txBody>
      </p:sp>
      <p:sp>
        <p:nvSpPr>
          <p:cNvPr id="12" name="Espace réservé du texte 13">
            <a:extLst>
              <a:ext uri="{FF2B5EF4-FFF2-40B4-BE49-F238E27FC236}">
                <a16:creationId xmlns:a16="http://schemas.microsoft.com/office/drawing/2014/main" id="{8C553EF5-5FD8-CB9C-DB26-366C0763C2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15628" y="2698418"/>
            <a:ext cx="2486119" cy="1969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0AE98568-EE8B-B979-1307-D44A15987E1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15629" y="2963192"/>
            <a:ext cx="234000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14" name="Espace réservé du texte 15">
            <a:extLst>
              <a:ext uri="{FF2B5EF4-FFF2-40B4-BE49-F238E27FC236}">
                <a16:creationId xmlns:a16="http://schemas.microsoft.com/office/drawing/2014/main" id="{52AF8392-D469-F8DE-2F2F-D4D683D244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04150" y="4135102"/>
            <a:ext cx="1764000" cy="792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 b="0">
                <a:latin typeface="Publica Play Medium" pitchFamily="2" charset="77"/>
              </a:rPr>
              <a:t>04.</a:t>
            </a:r>
          </a:p>
        </p:txBody>
      </p:sp>
      <p:sp>
        <p:nvSpPr>
          <p:cNvPr id="15" name="Espace réservé du texte 16">
            <a:extLst>
              <a:ext uri="{FF2B5EF4-FFF2-40B4-BE49-F238E27FC236}">
                <a16:creationId xmlns:a16="http://schemas.microsoft.com/office/drawing/2014/main" id="{594A20A8-A816-7876-4459-34B6FD9672C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05453" y="4927268"/>
            <a:ext cx="2486119" cy="1969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16" name="Espace réservé du texte 17">
            <a:extLst>
              <a:ext uri="{FF2B5EF4-FFF2-40B4-BE49-F238E27FC236}">
                <a16:creationId xmlns:a16="http://schemas.microsoft.com/office/drawing/2014/main" id="{982FD26E-4E64-AF5B-C980-767CB45E1E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05454" y="5192042"/>
            <a:ext cx="234000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17" name="Espace réservé du texte 18">
            <a:extLst>
              <a:ext uri="{FF2B5EF4-FFF2-40B4-BE49-F238E27FC236}">
                <a16:creationId xmlns:a16="http://schemas.microsoft.com/office/drawing/2014/main" id="{6791EF9E-2A55-FC6E-98AA-1DF496FA348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14000" y="4135102"/>
            <a:ext cx="1764000" cy="792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 b="0">
                <a:latin typeface="Publica Play Medium" pitchFamily="2" charset="77"/>
              </a:rPr>
              <a:t>05.</a:t>
            </a:r>
          </a:p>
        </p:txBody>
      </p:sp>
      <p:sp>
        <p:nvSpPr>
          <p:cNvPr id="18" name="Espace réservé du texte 19">
            <a:extLst>
              <a:ext uri="{FF2B5EF4-FFF2-40B4-BE49-F238E27FC236}">
                <a16:creationId xmlns:a16="http://schemas.microsoft.com/office/drawing/2014/main" id="{CBCB197C-6BC6-7714-1E79-E16D5600F2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15303" y="4927268"/>
            <a:ext cx="2486119" cy="1969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19" name="Espace réservé du texte 20">
            <a:extLst>
              <a:ext uri="{FF2B5EF4-FFF2-40B4-BE49-F238E27FC236}">
                <a16:creationId xmlns:a16="http://schemas.microsoft.com/office/drawing/2014/main" id="{DA7D7E56-2F7D-AAA5-560C-99D79A9C1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15304" y="5192042"/>
            <a:ext cx="234000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20" name="Espace réservé du texte 21">
            <a:extLst>
              <a:ext uri="{FF2B5EF4-FFF2-40B4-BE49-F238E27FC236}">
                <a16:creationId xmlns:a16="http://schemas.microsoft.com/office/drawing/2014/main" id="{8ADEDC79-C9EB-0A89-1F67-046A4B40BB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14325" y="4135102"/>
            <a:ext cx="1764000" cy="792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 b="0">
                <a:latin typeface="Publica Play Medium" pitchFamily="2" charset="77"/>
              </a:rPr>
              <a:t>06.</a:t>
            </a:r>
          </a:p>
        </p:txBody>
      </p:sp>
      <p:sp>
        <p:nvSpPr>
          <p:cNvPr id="21" name="Espace réservé du texte 22">
            <a:extLst>
              <a:ext uri="{FF2B5EF4-FFF2-40B4-BE49-F238E27FC236}">
                <a16:creationId xmlns:a16="http://schemas.microsoft.com/office/drawing/2014/main" id="{33F5435D-790B-DE57-88AF-75ED46CAF13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15628" y="4927268"/>
            <a:ext cx="2486119" cy="1969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22" name="Espace réservé du texte 23">
            <a:extLst>
              <a:ext uri="{FF2B5EF4-FFF2-40B4-BE49-F238E27FC236}">
                <a16:creationId xmlns:a16="http://schemas.microsoft.com/office/drawing/2014/main" id="{B19523A7-67A2-5C40-2CE0-1E3E78693F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815629" y="5192042"/>
            <a:ext cx="234000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1453913-0AA6-3ED3-E67A-A39629CFC26F}"/>
              </a:ext>
            </a:extLst>
          </p:cNvPr>
          <p:cNvSpPr txBox="1"/>
          <p:nvPr userDrawn="1"/>
        </p:nvSpPr>
        <p:spPr>
          <a:xfrm>
            <a:off x="2501819" y="1047759"/>
            <a:ext cx="342595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Sommaire</a:t>
            </a:r>
            <a:r>
              <a: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F6941F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.</a:t>
            </a:r>
            <a:r>
              <a: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063F74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 </a:t>
            </a:r>
          </a:p>
        </p:txBody>
      </p:sp>
      <p:pic>
        <p:nvPicPr>
          <p:cNvPr id="24" name="Graphique 23" descr="Repère avec un remplissage uni">
            <a:extLst>
              <a:ext uri="{FF2B5EF4-FFF2-40B4-BE49-F238E27FC236}">
                <a16:creationId xmlns:a16="http://schemas.microsoft.com/office/drawing/2014/main" id="{6256DA4B-C059-B798-A898-13F56EE726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275" y="803280"/>
            <a:ext cx="914400" cy="914400"/>
          </a:xfrm>
          <a:prstGeom prst="rect">
            <a:avLst/>
          </a:prstGeom>
        </p:spPr>
      </p:pic>
      <p:sp>
        <p:nvSpPr>
          <p:cNvPr id="25" name="Forme libre 24">
            <a:extLst>
              <a:ext uri="{FF2B5EF4-FFF2-40B4-BE49-F238E27FC236}">
                <a16:creationId xmlns:a16="http://schemas.microsoft.com/office/drawing/2014/main" id="{8662CB26-4CAB-DF71-FE86-D73B4215B70D}"/>
              </a:ext>
            </a:extLst>
          </p:cNvPr>
          <p:cNvSpPr/>
          <p:nvPr userDrawn="1"/>
        </p:nvSpPr>
        <p:spPr>
          <a:xfrm>
            <a:off x="1332942" y="1632534"/>
            <a:ext cx="518543" cy="3965793"/>
          </a:xfrm>
          <a:custGeom>
            <a:avLst/>
            <a:gdLst>
              <a:gd name="connsiteX0" fmla="*/ 186815 w 518543"/>
              <a:gd name="connsiteY0" fmla="*/ 0 h 4529137"/>
              <a:gd name="connsiteX1" fmla="*/ 472565 w 518543"/>
              <a:gd name="connsiteY1" fmla="*/ 714375 h 4529137"/>
              <a:gd name="connsiteX2" fmla="*/ 101090 w 518543"/>
              <a:gd name="connsiteY2" fmla="*/ 1171575 h 4529137"/>
              <a:gd name="connsiteX3" fmla="*/ 372552 w 518543"/>
              <a:gd name="connsiteY3" fmla="*/ 1843087 h 4529137"/>
              <a:gd name="connsiteX4" fmla="*/ 1077 w 518543"/>
              <a:gd name="connsiteY4" fmla="*/ 2700337 h 4529137"/>
              <a:gd name="connsiteX5" fmla="*/ 515427 w 518543"/>
              <a:gd name="connsiteY5" fmla="*/ 3657600 h 4529137"/>
              <a:gd name="connsiteX6" fmla="*/ 229677 w 518543"/>
              <a:gd name="connsiteY6" fmla="*/ 4529137 h 4529137"/>
              <a:gd name="connsiteX7" fmla="*/ 229677 w 518543"/>
              <a:gd name="connsiteY7" fmla="*/ 4529137 h 452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8543" h="4529137">
                <a:moveTo>
                  <a:pt x="186815" y="0"/>
                </a:moveTo>
                <a:cubicBezTo>
                  <a:pt x="336834" y="259556"/>
                  <a:pt x="486853" y="519113"/>
                  <a:pt x="472565" y="714375"/>
                </a:cubicBezTo>
                <a:cubicBezTo>
                  <a:pt x="458278" y="909638"/>
                  <a:pt x="117759" y="983456"/>
                  <a:pt x="101090" y="1171575"/>
                </a:cubicBezTo>
                <a:cubicBezTo>
                  <a:pt x="84421" y="1359694"/>
                  <a:pt x="389221" y="1588293"/>
                  <a:pt x="372552" y="1843087"/>
                </a:cubicBezTo>
                <a:cubicBezTo>
                  <a:pt x="355883" y="2097881"/>
                  <a:pt x="-22735" y="2397918"/>
                  <a:pt x="1077" y="2700337"/>
                </a:cubicBezTo>
                <a:cubicBezTo>
                  <a:pt x="24889" y="3002756"/>
                  <a:pt x="477327" y="3352800"/>
                  <a:pt x="515427" y="3657600"/>
                </a:cubicBezTo>
                <a:cubicBezTo>
                  <a:pt x="553527" y="3962400"/>
                  <a:pt x="229677" y="4529137"/>
                  <a:pt x="229677" y="4529137"/>
                </a:cubicBezTo>
                <a:lnTo>
                  <a:pt x="229677" y="4529137"/>
                </a:lnTo>
              </a:path>
            </a:pathLst>
          </a:custGeom>
          <a:noFill/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manist" panose="02000503000000020004" pitchFamily="50" charset="0"/>
              <a:ea typeface="+mn-ea"/>
              <a:cs typeface="+mn-cs"/>
            </a:endParaRP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10851EFE-4FF0-2086-4670-072979EEB8A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F8FAFB"/>
              </a:clrFrom>
              <a:clrTo>
                <a:srgbClr val="F8FA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69088" y="5222667"/>
            <a:ext cx="523527" cy="50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88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ommair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85C4B06-95CF-44B8-96E7-3AA204143A1C}"/>
              </a:ext>
            </a:extLst>
          </p:cNvPr>
          <p:cNvSpPr/>
          <p:nvPr userDrawn="1"/>
        </p:nvSpPr>
        <p:spPr>
          <a:xfrm>
            <a:off x="-1" y="-91564"/>
            <a:ext cx="12199861" cy="6949564"/>
          </a:xfrm>
          <a:prstGeom prst="rect">
            <a:avLst/>
          </a:prstGeom>
          <a:solidFill>
            <a:srgbClr val="0028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b="0" i="0">
              <a:latin typeface="Geomanist" panose="02000503000000020004" pitchFamily="50" charset="0"/>
            </a:endParaRP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ADD1DA98-B076-1CF9-B5C4-25D0055B76D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91650" y="6590027"/>
            <a:ext cx="308210" cy="30821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B8A6EF7-0439-1A40-2C12-22E0005C9E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1" y="6268128"/>
            <a:ext cx="12192001" cy="368300"/>
          </a:xfrm>
          <a:prstGeom prst="rect">
            <a:avLst/>
          </a:prstGeom>
        </p:spPr>
      </p:pic>
      <p:pic>
        <p:nvPicPr>
          <p:cNvPr id="24" name="Graphique 23" descr="Repère avec un remplissage uni">
            <a:extLst>
              <a:ext uri="{FF2B5EF4-FFF2-40B4-BE49-F238E27FC236}">
                <a16:creationId xmlns:a16="http://schemas.microsoft.com/office/drawing/2014/main" id="{6256DA4B-C059-B798-A898-13F56EE726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275" y="803280"/>
            <a:ext cx="914400" cy="914400"/>
          </a:xfrm>
          <a:prstGeom prst="rect">
            <a:avLst/>
          </a:prstGeom>
        </p:spPr>
      </p:pic>
      <p:sp>
        <p:nvSpPr>
          <p:cNvPr id="25" name="Forme libre 24">
            <a:extLst>
              <a:ext uri="{FF2B5EF4-FFF2-40B4-BE49-F238E27FC236}">
                <a16:creationId xmlns:a16="http://schemas.microsoft.com/office/drawing/2014/main" id="{8662CB26-4CAB-DF71-FE86-D73B4215B70D}"/>
              </a:ext>
            </a:extLst>
          </p:cNvPr>
          <p:cNvSpPr/>
          <p:nvPr userDrawn="1"/>
        </p:nvSpPr>
        <p:spPr>
          <a:xfrm>
            <a:off x="1332942" y="1632534"/>
            <a:ext cx="518543" cy="3965793"/>
          </a:xfrm>
          <a:custGeom>
            <a:avLst/>
            <a:gdLst>
              <a:gd name="connsiteX0" fmla="*/ 186815 w 518543"/>
              <a:gd name="connsiteY0" fmla="*/ 0 h 4529137"/>
              <a:gd name="connsiteX1" fmla="*/ 472565 w 518543"/>
              <a:gd name="connsiteY1" fmla="*/ 714375 h 4529137"/>
              <a:gd name="connsiteX2" fmla="*/ 101090 w 518543"/>
              <a:gd name="connsiteY2" fmla="*/ 1171575 h 4529137"/>
              <a:gd name="connsiteX3" fmla="*/ 372552 w 518543"/>
              <a:gd name="connsiteY3" fmla="*/ 1843087 h 4529137"/>
              <a:gd name="connsiteX4" fmla="*/ 1077 w 518543"/>
              <a:gd name="connsiteY4" fmla="*/ 2700337 h 4529137"/>
              <a:gd name="connsiteX5" fmla="*/ 515427 w 518543"/>
              <a:gd name="connsiteY5" fmla="*/ 3657600 h 4529137"/>
              <a:gd name="connsiteX6" fmla="*/ 229677 w 518543"/>
              <a:gd name="connsiteY6" fmla="*/ 4529137 h 4529137"/>
              <a:gd name="connsiteX7" fmla="*/ 229677 w 518543"/>
              <a:gd name="connsiteY7" fmla="*/ 4529137 h 452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8543" h="4529137">
                <a:moveTo>
                  <a:pt x="186815" y="0"/>
                </a:moveTo>
                <a:cubicBezTo>
                  <a:pt x="336834" y="259556"/>
                  <a:pt x="486853" y="519113"/>
                  <a:pt x="472565" y="714375"/>
                </a:cubicBezTo>
                <a:cubicBezTo>
                  <a:pt x="458278" y="909638"/>
                  <a:pt x="117759" y="983456"/>
                  <a:pt x="101090" y="1171575"/>
                </a:cubicBezTo>
                <a:cubicBezTo>
                  <a:pt x="84421" y="1359694"/>
                  <a:pt x="389221" y="1588293"/>
                  <a:pt x="372552" y="1843087"/>
                </a:cubicBezTo>
                <a:cubicBezTo>
                  <a:pt x="355883" y="2097881"/>
                  <a:pt x="-22735" y="2397918"/>
                  <a:pt x="1077" y="2700337"/>
                </a:cubicBezTo>
                <a:cubicBezTo>
                  <a:pt x="24889" y="3002756"/>
                  <a:pt x="477327" y="3352800"/>
                  <a:pt x="515427" y="3657600"/>
                </a:cubicBezTo>
                <a:cubicBezTo>
                  <a:pt x="553527" y="3962400"/>
                  <a:pt x="229677" y="4529137"/>
                  <a:pt x="229677" y="4529137"/>
                </a:cubicBezTo>
                <a:lnTo>
                  <a:pt x="229677" y="4529137"/>
                </a:lnTo>
              </a:path>
            </a:pathLst>
          </a:custGeom>
          <a:noFill/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manist" panose="02000503000000020004" pitchFamily="50" charset="0"/>
              <a:ea typeface="+mn-ea"/>
              <a:cs typeface="+mn-cs"/>
            </a:endParaRPr>
          </a:p>
        </p:txBody>
      </p:sp>
      <p:sp>
        <p:nvSpPr>
          <p:cNvPr id="26" name="Espace réservé du texte 6">
            <a:extLst>
              <a:ext uri="{FF2B5EF4-FFF2-40B4-BE49-F238E27FC236}">
                <a16:creationId xmlns:a16="http://schemas.microsoft.com/office/drawing/2014/main" id="{2713E480-D699-F9B3-7AC0-32611B3A00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39618" y="1321597"/>
            <a:ext cx="1764000" cy="792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 b="0">
                <a:latin typeface="Publica Play Medium" pitchFamily="2" charset="77"/>
              </a:rPr>
              <a:t>01.</a:t>
            </a:r>
          </a:p>
        </p:txBody>
      </p:sp>
      <p:sp>
        <p:nvSpPr>
          <p:cNvPr id="28" name="Espace réservé du texte 7">
            <a:extLst>
              <a:ext uri="{FF2B5EF4-FFF2-40B4-BE49-F238E27FC236}">
                <a16:creationId xmlns:a16="http://schemas.microsoft.com/office/drawing/2014/main" id="{76C6F74D-C539-2A4A-C164-3E4A3A8B13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40921" y="2113763"/>
            <a:ext cx="5105285" cy="2647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29" name="Espace réservé du texte 8">
            <a:extLst>
              <a:ext uri="{FF2B5EF4-FFF2-40B4-BE49-F238E27FC236}">
                <a16:creationId xmlns:a16="http://schemas.microsoft.com/office/drawing/2014/main" id="{37B5B210-8F4A-5303-7B9D-82EEB58312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40922" y="2378537"/>
            <a:ext cx="234000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30" name="Espace réservé du texte 9">
            <a:extLst>
              <a:ext uri="{FF2B5EF4-FFF2-40B4-BE49-F238E27FC236}">
                <a16:creationId xmlns:a16="http://schemas.microsoft.com/office/drawing/2014/main" id="{DD77A5E9-3E05-9B1A-687C-E2037378FD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43091" y="2874408"/>
            <a:ext cx="1764000" cy="792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b="0">
                <a:latin typeface="Publica Play Medium" pitchFamily="2" charset="77"/>
              </a:rPr>
              <a:t>02.</a:t>
            </a:r>
          </a:p>
        </p:txBody>
      </p:sp>
      <p:sp>
        <p:nvSpPr>
          <p:cNvPr id="31" name="Espace réservé du texte 10">
            <a:extLst>
              <a:ext uri="{FF2B5EF4-FFF2-40B4-BE49-F238E27FC236}">
                <a16:creationId xmlns:a16="http://schemas.microsoft.com/office/drawing/2014/main" id="{65847B2D-DFF3-1AC2-1188-57FE644C29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44394" y="3666574"/>
            <a:ext cx="5105285" cy="2647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32" name="Espace réservé du texte 11">
            <a:extLst>
              <a:ext uri="{FF2B5EF4-FFF2-40B4-BE49-F238E27FC236}">
                <a16:creationId xmlns:a16="http://schemas.microsoft.com/office/drawing/2014/main" id="{B1CD7E1A-CBC4-9091-D3B1-7F1BA682ED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44395" y="3931348"/>
            <a:ext cx="234000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33" name="Espace réservé du texte 12">
            <a:extLst>
              <a:ext uri="{FF2B5EF4-FFF2-40B4-BE49-F238E27FC236}">
                <a16:creationId xmlns:a16="http://schemas.microsoft.com/office/drawing/2014/main" id="{DDC27C2A-9295-86F7-4866-4B24D10BB1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39618" y="4427219"/>
            <a:ext cx="1764000" cy="792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 b="0">
                <a:latin typeface="Publica Play Medium" pitchFamily="2" charset="77"/>
              </a:rPr>
              <a:t>03.</a:t>
            </a:r>
          </a:p>
        </p:txBody>
      </p:sp>
      <p:sp>
        <p:nvSpPr>
          <p:cNvPr id="34" name="Espace réservé du texte 13">
            <a:extLst>
              <a:ext uri="{FF2B5EF4-FFF2-40B4-BE49-F238E27FC236}">
                <a16:creationId xmlns:a16="http://schemas.microsoft.com/office/drawing/2014/main" id="{52605149-808E-B1B2-5EED-97840AC302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40921" y="5219385"/>
            <a:ext cx="5105285" cy="2647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b="0">
                <a:latin typeface="Publica Play Medium" pitchFamily="2" charset="77"/>
              </a:rPr>
              <a:t>Titre de la section</a:t>
            </a:r>
          </a:p>
          <a:p>
            <a:endParaRPr lang="fr-FR" b="0">
              <a:latin typeface="Publica Play Medium" pitchFamily="2" charset="77"/>
            </a:endParaRPr>
          </a:p>
        </p:txBody>
      </p:sp>
      <p:sp>
        <p:nvSpPr>
          <p:cNvPr id="35" name="Espace réservé du texte 14">
            <a:extLst>
              <a:ext uri="{FF2B5EF4-FFF2-40B4-BE49-F238E27FC236}">
                <a16:creationId xmlns:a16="http://schemas.microsoft.com/office/drawing/2014/main" id="{1785F3FB-FE59-4758-E0D9-0F522866EB6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40922" y="5484159"/>
            <a:ext cx="234000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latin typeface="Publica Play Medium" pitchFamily="2" charset="77"/>
              </a:rPr>
              <a:t>p.00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A6D752F-9936-ED2D-F140-875CE9D14085}"/>
              </a:ext>
            </a:extLst>
          </p:cNvPr>
          <p:cNvSpPr txBox="1"/>
          <p:nvPr userDrawn="1"/>
        </p:nvSpPr>
        <p:spPr>
          <a:xfrm>
            <a:off x="2237575" y="592582"/>
            <a:ext cx="3425952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Sommaire</a:t>
            </a:r>
            <a:r>
              <a: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F6941F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.</a:t>
            </a:r>
            <a:r>
              <a:rPr kumimoji="0" lang="fr-FR" sz="3200" b="0" i="0" u="none" strike="noStrike" kern="1200" cap="none" spc="0" normalizeH="0" baseline="0" noProof="0">
                <a:ln>
                  <a:noFill/>
                </a:ln>
                <a:solidFill>
                  <a:srgbClr val="063F74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055A3CE-CBCC-9DA6-2BC0-473B961856E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F8FAFB"/>
              </a:clrFrom>
              <a:clrTo>
                <a:srgbClr val="F8FA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69088" y="5222667"/>
            <a:ext cx="523527" cy="50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1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ide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7EF91CE-7390-0718-B97A-E1C769D6F275}"/>
              </a:ext>
            </a:extLst>
          </p:cNvPr>
          <p:cNvSpPr/>
          <p:nvPr userDrawn="1"/>
        </p:nvSpPr>
        <p:spPr>
          <a:xfrm>
            <a:off x="-1" y="-91564"/>
            <a:ext cx="12192005" cy="6949564"/>
          </a:xfrm>
          <a:prstGeom prst="rect">
            <a:avLst/>
          </a:prstGeom>
          <a:solidFill>
            <a:srgbClr val="0028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b="1" i="0">
              <a:latin typeface="Geomanist" panose="02000503000000020004" pitchFamily="50" charset="0"/>
            </a:endParaRP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FDFEB97D-FD19-EF7C-154D-C578FB6A1CD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91650" y="6590027"/>
            <a:ext cx="308210" cy="30821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8AD2379-9EAB-F1CA-84DE-D44D0D98E7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1" y="6268128"/>
            <a:ext cx="12192001" cy="368300"/>
          </a:xfrm>
          <a:prstGeom prst="rect">
            <a:avLst/>
          </a:prstGeom>
        </p:spPr>
      </p:pic>
      <p:sp>
        <p:nvSpPr>
          <p:cNvPr id="5" name="Espace réservé du titre 5">
            <a:extLst>
              <a:ext uri="{FF2B5EF4-FFF2-40B4-BE49-F238E27FC236}">
                <a16:creationId xmlns:a16="http://schemas.microsoft.com/office/drawing/2014/main" id="{957C6088-8FE2-4BEA-8FC2-3FF5C9ECAC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226" y="41566"/>
            <a:ext cx="10294374" cy="695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/>
              <a:t>Modifiez le style du titre.</a:t>
            </a:r>
          </a:p>
        </p:txBody>
      </p:sp>
    </p:spTree>
    <p:extLst>
      <p:ext uri="{BB962C8B-B14F-4D97-AF65-F5344CB8AC3E}">
        <p14:creationId xmlns:p14="http://schemas.microsoft.com/office/powerpoint/2010/main" val="2603843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OFFICI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B5B341F-9465-ED34-401E-6FB5EF0AEF10}"/>
              </a:ext>
            </a:extLst>
          </p:cNvPr>
          <p:cNvSpPr/>
          <p:nvPr userDrawn="1"/>
        </p:nvSpPr>
        <p:spPr>
          <a:xfrm>
            <a:off x="0" y="-3836"/>
            <a:ext cx="12192000" cy="700925"/>
          </a:xfrm>
          <a:prstGeom prst="roundRect">
            <a:avLst>
              <a:gd name="adj" fmla="val 0"/>
            </a:avLst>
          </a:prstGeom>
          <a:solidFill>
            <a:srgbClr val="0026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2682"/>
              </a:solidFill>
              <a:latin typeface="Geomanist" panose="02000503000000020004" pitchFamily="50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AC5FE1F-7BFB-155C-9913-FA65B79D2F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098" r="-1382"/>
          <a:stretch/>
        </p:blipFill>
        <p:spPr>
          <a:xfrm>
            <a:off x="6492355" y="0"/>
            <a:ext cx="6696350" cy="69519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2498B62-E8E5-D729-B54C-F863B5A886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098" r="-1382"/>
          <a:stretch/>
        </p:blipFill>
        <p:spPr>
          <a:xfrm>
            <a:off x="-325677" y="-64372"/>
            <a:ext cx="5917538" cy="740778"/>
          </a:xfrm>
          <a:prstGeom prst="rect">
            <a:avLst/>
          </a:prstGeom>
        </p:spPr>
      </p:pic>
      <p:sp>
        <p:nvSpPr>
          <p:cNvPr id="5" name="Espace réservé du titre 5">
            <a:extLst>
              <a:ext uri="{FF2B5EF4-FFF2-40B4-BE49-F238E27FC236}">
                <a16:creationId xmlns:a16="http://schemas.microsoft.com/office/drawing/2014/main" id="{D9444A22-0A41-20AE-6078-28F9D2321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1226" y="41566"/>
            <a:ext cx="10294374" cy="695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/>
              <a:t>Modifiez le style du titre.</a:t>
            </a:r>
          </a:p>
        </p:txBody>
      </p:sp>
    </p:spTree>
    <p:extLst>
      <p:ext uri="{BB962C8B-B14F-4D97-AF65-F5344CB8AC3E}">
        <p14:creationId xmlns:p14="http://schemas.microsoft.com/office/powerpoint/2010/main" val="1853010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nterca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5">
            <a:extLst>
              <a:ext uri="{FF2B5EF4-FFF2-40B4-BE49-F238E27FC236}">
                <a16:creationId xmlns:a16="http://schemas.microsoft.com/office/drawing/2014/main" id="{8F4BEE35-3B2B-3606-E945-2C60E9F9E2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08163" y="2798548"/>
            <a:ext cx="8575675" cy="7759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 i="0">
                <a:solidFill>
                  <a:schemeClr val="tx1"/>
                </a:solidFill>
                <a:latin typeface="Publica Play Medium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Intercalaire</a:t>
            </a:r>
            <a:r>
              <a:rPr kumimoji="0" lang="fr-FR" sz="4400" b="0" i="0" u="none" strike="noStrike" kern="1200" cap="none" spc="0" normalizeH="0" baseline="0" noProof="0">
                <a:ln>
                  <a:noFill/>
                </a:ln>
                <a:solidFill>
                  <a:srgbClr val="F6941F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.</a:t>
            </a:r>
            <a:endParaRPr kumimoji="0" lang="fr-FR" sz="6000" b="0" i="0" u="none" strike="noStrike" kern="1200" cap="none" spc="0" normalizeH="0" baseline="0" noProof="0">
              <a:ln>
                <a:noFill/>
              </a:ln>
              <a:solidFill>
                <a:srgbClr val="F6941F"/>
              </a:solidFill>
              <a:effectLst/>
              <a:uLnTx/>
              <a:uFillTx/>
              <a:latin typeface="Publica Play Medium" pitchFamily="2" charset="77"/>
              <a:ea typeface="+mn-ea"/>
              <a:cs typeface="+mn-cs"/>
            </a:endParaRPr>
          </a:p>
        </p:txBody>
      </p:sp>
      <p:sp>
        <p:nvSpPr>
          <p:cNvPr id="4" name="Espace réservé du texte 5">
            <a:extLst>
              <a:ext uri="{FF2B5EF4-FFF2-40B4-BE49-F238E27FC236}">
                <a16:creationId xmlns:a16="http://schemas.microsoft.com/office/drawing/2014/main" id="{CBDE4DFF-0C75-E17A-1EEA-4AD52CE893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8163" y="3574474"/>
            <a:ext cx="8575675" cy="484980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 i="0">
                <a:latin typeface="+mn-lt"/>
              </a:defRPr>
            </a:lvl1pPr>
          </a:lstStyle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Sous titre de l’intercalaire</a:t>
            </a:r>
          </a:p>
        </p:txBody>
      </p:sp>
    </p:spTree>
    <p:extLst>
      <p:ext uri="{BB962C8B-B14F-4D97-AF65-F5344CB8AC3E}">
        <p14:creationId xmlns:p14="http://schemas.microsoft.com/office/powerpoint/2010/main" val="302964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ous-intercalair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245F76A-6FE6-DE3D-0E38-EDD135FF15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0"/>
            <a:ext cx="12199861" cy="6862422"/>
          </a:xfrm>
          <a:prstGeom prst="rect">
            <a:avLst/>
          </a:prstGeom>
        </p:spPr>
      </p:pic>
      <p:sp>
        <p:nvSpPr>
          <p:cNvPr id="5" name="Google Shape;169;p1">
            <a:extLst>
              <a:ext uri="{FF2B5EF4-FFF2-40B4-BE49-F238E27FC236}">
                <a16:creationId xmlns:a16="http://schemas.microsoft.com/office/drawing/2014/main" id="{EAB6FE58-9EAA-86A7-9FDB-C0D7742150A4}"/>
              </a:ext>
            </a:extLst>
          </p:cNvPr>
          <p:cNvSpPr/>
          <p:nvPr userDrawn="1"/>
        </p:nvSpPr>
        <p:spPr>
          <a:xfrm>
            <a:off x="7862" y="4799"/>
            <a:ext cx="12192000" cy="6857999"/>
          </a:xfrm>
          <a:prstGeom prst="rect">
            <a:avLst/>
          </a:prstGeom>
          <a:solidFill>
            <a:srgbClr val="002882">
              <a:alpha val="84313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Geomanist" panose="02000503000000020004" pitchFamily="50" charset="0"/>
              <a:ea typeface="Calibri"/>
              <a:cs typeface="Calibri"/>
              <a:sym typeface="Calibri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0059D04-1A6A-2DF7-DB24-282CCC5A2B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1" y="6268128"/>
            <a:ext cx="12192001" cy="36830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A7BC9184-93E8-3FD8-19AE-1A457A9885E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91651" y="6594825"/>
            <a:ext cx="308210" cy="30821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20C4193-ED05-0315-94C8-960F17C16D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0" y="6272926"/>
            <a:ext cx="12192001" cy="368300"/>
          </a:xfrm>
          <a:prstGeom prst="rect">
            <a:avLst/>
          </a:prstGeom>
        </p:spPr>
      </p:pic>
      <p:sp>
        <p:nvSpPr>
          <p:cNvPr id="12" name="Straight Connector 50">
            <a:extLst>
              <a:ext uri="{FF2B5EF4-FFF2-40B4-BE49-F238E27FC236}">
                <a16:creationId xmlns:a16="http://schemas.microsoft.com/office/drawing/2014/main" id="{B6673BF7-8A8E-1A73-92AB-AF7937279C5D}"/>
              </a:ext>
            </a:extLst>
          </p:cNvPr>
          <p:cNvSpPr/>
          <p:nvPr userDrawn="1"/>
        </p:nvSpPr>
        <p:spPr>
          <a:xfrm>
            <a:off x="2925808" y="3716295"/>
            <a:ext cx="6128662" cy="1"/>
          </a:xfrm>
          <a:prstGeom prst="line">
            <a:avLst/>
          </a:prstGeom>
          <a:ln w="3175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 b="0" i="0">
              <a:latin typeface="Geomanist" panose="02000503000000020004" pitchFamily="50" charset="0"/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ECBC9700-7451-E4DC-5EDD-4799491B2C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545680"/>
            <a:ext cx="9144000" cy="207667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/>
              <a:t>Sous-intercalaire</a:t>
            </a:r>
            <a:r>
              <a:rPr kumimoji="0" lang="fr-FR" sz="5400" b="0" i="0" u="none" strike="noStrike" kern="1200" cap="none" spc="0" normalizeH="0" baseline="0" noProof="0">
                <a:ln>
                  <a:noFill/>
                </a:ln>
                <a:solidFill>
                  <a:srgbClr val="F6941F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.</a:t>
            </a:r>
            <a:endParaRPr lang="fr-FR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D0306597-E76E-6898-9710-D1505B194B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13807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Geomanist" panose="02000503000000020004" pitchFamily="50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Sous-titre de la sous intercalaire</a:t>
            </a:r>
          </a:p>
        </p:txBody>
      </p:sp>
    </p:spTree>
    <p:extLst>
      <p:ext uri="{BB962C8B-B14F-4D97-AF65-F5344CB8AC3E}">
        <p14:creationId xmlns:p14="http://schemas.microsoft.com/office/powerpoint/2010/main" val="1111443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ous-intercalai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A6CA823-CC64-74FA-4A8D-53141BBA35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Google Shape;169;p1">
            <a:extLst>
              <a:ext uri="{FF2B5EF4-FFF2-40B4-BE49-F238E27FC236}">
                <a16:creationId xmlns:a16="http://schemas.microsoft.com/office/drawing/2014/main" id="{1E92EC1E-941F-C48F-9761-6DBC8948FC19}"/>
              </a:ext>
            </a:extLst>
          </p:cNvPr>
          <p:cNvSpPr/>
          <p:nvPr userDrawn="1"/>
        </p:nvSpPr>
        <p:spPr>
          <a:xfrm>
            <a:off x="7861" y="1"/>
            <a:ext cx="12192000" cy="6857999"/>
          </a:xfrm>
          <a:prstGeom prst="rect">
            <a:avLst/>
          </a:prstGeom>
          <a:solidFill>
            <a:srgbClr val="002882">
              <a:alpha val="84313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Geomanist" panose="02000503000000020004" pitchFamily="50" charset="0"/>
              <a:ea typeface="Calibri"/>
              <a:cs typeface="Calibri"/>
              <a:sym typeface="Calibri"/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A3EF7E3C-3A85-896F-4E58-9B59B555C3D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91651" y="6590027"/>
            <a:ext cx="308210" cy="30821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2410E80-F2D4-ACE9-5E74-855179DE48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0" y="6268128"/>
            <a:ext cx="12192001" cy="368300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9933E389-3F0F-3721-20B2-829C30D1504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91650" y="6590027"/>
            <a:ext cx="308210" cy="30821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9337ACE-94E9-3E8C-AA2D-C674585C0C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1" y="6268128"/>
            <a:ext cx="12192001" cy="368300"/>
          </a:xfrm>
          <a:prstGeom prst="rect">
            <a:avLst/>
          </a:prstGeom>
        </p:spPr>
      </p:pic>
      <p:sp>
        <p:nvSpPr>
          <p:cNvPr id="13" name="Straight Connector 50">
            <a:extLst>
              <a:ext uri="{FF2B5EF4-FFF2-40B4-BE49-F238E27FC236}">
                <a16:creationId xmlns:a16="http://schemas.microsoft.com/office/drawing/2014/main" id="{2583B5E0-73C8-E60E-EC7E-11C43A4A423A}"/>
              </a:ext>
            </a:extLst>
          </p:cNvPr>
          <p:cNvSpPr/>
          <p:nvPr userDrawn="1"/>
        </p:nvSpPr>
        <p:spPr>
          <a:xfrm>
            <a:off x="2925808" y="3716295"/>
            <a:ext cx="6128662" cy="1"/>
          </a:xfrm>
          <a:prstGeom prst="line">
            <a:avLst/>
          </a:prstGeom>
          <a:ln w="3175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 b="0" i="0">
              <a:latin typeface="Geomanist" panose="02000503000000020004" pitchFamily="50" charset="0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9BDB8D65-5FED-2EE7-8C0E-B362678717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545680"/>
            <a:ext cx="9144000" cy="207667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/>
              <a:t>Sous-intercalaire</a:t>
            </a:r>
            <a:r>
              <a:rPr kumimoji="0" lang="fr-FR" sz="5400" b="0" i="0" u="none" strike="noStrike" kern="1200" cap="none" spc="0" normalizeH="0" baseline="0" noProof="0">
                <a:ln>
                  <a:noFill/>
                </a:ln>
                <a:solidFill>
                  <a:srgbClr val="F6941F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.</a:t>
            </a:r>
            <a:endParaRPr lang="fr-FR"/>
          </a:p>
        </p:txBody>
      </p:sp>
      <p:sp>
        <p:nvSpPr>
          <p:cNvPr id="15" name="Sous-titre 2">
            <a:extLst>
              <a:ext uri="{FF2B5EF4-FFF2-40B4-BE49-F238E27FC236}">
                <a16:creationId xmlns:a16="http://schemas.microsoft.com/office/drawing/2014/main" id="{E3D68D61-6E0E-5572-15EF-17F6787C67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13807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Geomanist" panose="02000503000000020004" pitchFamily="50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Sous-titre de la sous intercalaire</a:t>
            </a:r>
          </a:p>
        </p:txBody>
      </p:sp>
    </p:spTree>
    <p:extLst>
      <p:ext uri="{BB962C8B-B14F-4D97-AF65-F5344CB8AC3E}">
        <p14:creationId xmlns:p14="http://schemas.microsoft.com/office/powerpoint/2010/main" val="2510573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ous-intercalair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8495B954-2E98-EA2A-8AAA-26FC476659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772" y="0"/>
            <a:ext cx="12221632" cy="6857999"/>
          </a:xfrm>
          <a:prstGeom prst="rect">
            <a:avLst/>
          </a:prstGeom>
        </p:spPr>
      </p:pic>
      <p:sp>
        <p:nvSpPr>
          <p:cNvPr id="19" name="Google Shape;169;p1">
            <a:extLst>
              <a:ext uri="{FF2B5EF4-FFF2-40B4-BE49-F238E27FC236}">
                <a16:creationId xmlns:a16="http://schemas.microsoft.com/office/drawing/2014/main" id="{D6C4EC7A-EDD5-9941-1903-ADCBDB16E550}"/>
              </a:ext>
            </a:extLst>
          </p:cNvPr>
          <p:cNvSpPr/>
          <p:nvPr userDrawn="1"/>
        </p:nvSpPr>
        <p:spPr>
          <a:xfrm>
            <a:off x="7860" y="1"/>
            <a:ext cx="12192000" cy="6857999"/>
          </a:xfrm>
          <a:prstGeom prst="rect">
            <a:avLst/>
          </a:prstGeom>
          <a:solidFill>
            <a:srgbClr val="002882">
              <a:alpha val="84313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Geomanist" panose="02000503000000020004" pitchFamily="50" charset="0"/>
              <a:ea typeface="Calibri"/>
              <a:cs typeface="Calibri"/>
              <a:sym typeface="Calibri"/>
            </a:endParaRPr>
          </a:p>
        </p:txBody>
      </p:sp>
      <p:pic>
        <p:nvPicPr>
          <p:cNvPr id="20" name="Graphique 19">
            <a:extLst>
              <a:ext uri="{FF2B5EF4-FFF2-40B4-BE49-F238E27FC236}">
                <a16:creationId xmlns:a16="http://schemas.microsoft.com/office/drawing/2014/main" id="{921EBE3A-C776-F03D-D667-5F70FAAE2BC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91650" y="6590027"/>
            <a:ext cx="308210" cy="308210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B314D8F-9D7B-EFCB-8566-742451907C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1" y="6268128"/>
            <a:ext cx="12192001" cy="368300"/>
          </a:xfrm>
          <a:prstGeom prst="rect">
            <a:avLst/>
          </a:prstGeom>
        </p:spPr>
      </p:pic>
      <p:sp>
        <p:nvSpPr>
          <p:cNvPr id="25" name="Straight Connector 50">
            <a:extLst>
              <a:ext uri="{FF2B5EF4-FFF2-40B4-BE49-F238E27FC236}">
                <a16:creationId xmlns:a16="http://schemas.microsoft.com/office/drawing/2014/main" id="{4AF0975F-0C4C-9B1E-03E1-304D6C72596E}"/>
              </a:ext>
            </a:extLst>
          </p:cNvPr>
          <p:cNvSpPr/>
          <p:nvPr userDrawn="1"/>
        </p:nvSpPr>
        <p:spPr>
          <a:xfrm>
            <a:off x="2925808" y="3716295"/>
            <a:ext cx="6128662" cy="1"/>
          </a:xfrm>
          <a:prstGeom prst="line">
            <a:avLst/>
          </a:prstGeom>
          <a:ln w="3175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 b="0" i="0">
              <a:latin typeface="Geomanist" panose="02000503000000020004" pitchFamily="50" charset="0"/>
            </a:endParaRPr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3D3AD28A-5F0B-4CAE-BC7D-0EA755AAC0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545680"/>
            <a:ext cx="9144000" cy="207667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/>
              <a:t>Sous-intercalaire</a:t>
            </a:r>
            <a:r>
              <a:rPr kumimoji="0" lang="fr-FR" sz="5400" b="0" i="0" u="none" strike="noStrike" kern="1200" cap="none" spc="0" normalizeH="0" baseline="0" noProof="0">
                <a:ln>
                  <a:noFill/>
                </a:ln>
                <a:solidFill>
                  <a:srgbClr val="F6941F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.</a:t>
            </a:r>
            <a:endParaRPr lang="fr-FR"/>
          </a:p>
        </p:txBody>
      </p:sp>
      <p:sp>
        <p:nvSpPr>
          <p:cNvPr id="27" name="Sous-titre 2">
            <a:extLst>
              <a:ext uri="{FF2B5EF4-FFF2-40B4-BE49-F238E27FC236}">
                <a16:creationId xmlns:a16="http://schemas.microsoft.com/office/drawing/2014/main" id="{54EC5D47-AE9C-6779-D9A2-F1D840D854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13807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Geomanist" panose="02000503000000020004" pitchFamily="50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Sous-titre de la sous intercalaire</a:t>
            </a:r>
          </a:p>
        </p:txBody>
      </p:sp>
    </p:spTree>
    <p:extLst>
      <p:ext uri="{BB962C8B-B14F-4D97-AF65-F5344CB8AC3E}">
        <p14:creationId xmlns:p14="http://schemas.microsoft.com/office/powerpoint/2010/main" val="1425799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ous-intercalair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9860CE9-F0D5-B565-885E-40619A010E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Google Shape;169;p1">
            <a:extLst>
              <a:ext uri="{FF2B5EF4-FFF2-40B4-BE49-F238E27FC236}">
                <a16:creationId xmlns:a16="http://schemas.microsoft.com/office/drawing/2014/main" id="{A6A727AC-13EF-A38E-82DA-C5A3726A8F07}"/>
              </a:ext>
            </a:extLst>
          </p:cNvPr>
          <p:cNvSpPr/>
          <p:nvPr userDrawn="1"/>
        </p:nvSpPr>
        <p:spPr>
          <a:xfrm>
            <a:off x="7861" y="1"/>
            <a:ext cx="12192000" cy="6857999"/>
          </a:xfrm>
          <a:prstGeom prst="rect">
            <a:avLst/>
          </a:prstGeom>
          <a:solidFill>
            <a:srgbClr val="002882">
              <a:alpha val="84313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Geomanist" panose="02000503000000020004" pitchFamily="50" charset="0"/>
              <a:ea typeface="Calibri"/>
              <a:cs typeface="Calibri"/>
              <a:sym typeface="Calibri"/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641D7BC2-6BD9-737A-4CDC-FA928D828F4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91651" y="6590027"/>
            <a:ext cx="308210" cy="30821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59309E2-789F-014C-241E-DF08455031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0" y="6268128"/>
            <a:ext cx="12192001" cy="368300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7854CD87-8A3D-F95D-D7A1-DFBC80761DD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91650" y="6590027"/>
            <a:ext cx="308210" cy="30821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008D92B-5E59-BE57-524D-0B1494A7F8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1" y="6268128"/>
            <a:ext cx="12192001" cy="368300"/>
          </a:xfrm>
          <a:prstGeom prst="rect">
            <a:avLst/>
          </a:prstGeom>
        </p:spPr>
      </p:pic>
      <p:sp>
        <p:nvSpPr>
          <p:cNvPr id="14" name="Straight Connector 50">
            <a:extLst>
              <a:ext uri="{FF2B5EF4-FFF2-40B4-BE49-F238E27FC236}">
                <a16:creationId xmlns:a16="http://schemas.microsoft.com/office/drawing/2014/main" id="{14A76959-17B5-8310-F0C6-A8A6A272AF8E}"/>
              </a:ext>
            </a:extLst>
          </p:cNvPr>
          <p:cNvSpPr/>
          <p:nvPr userDrawn="1"/>
        </p:nvSpPr>
        <p:spPr>
          <a:xfrm>
            <a:off x="2925808" y="3716295"/>
            <a:ext cx="6128662" cy="1"/>
          </a:xfrm>
          <a:prstGeom prst="line">
            <a:avLst/>
          </a:prstGeom>
          <a:ln w="3175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 b="0" i="0">
              <a:latin typeface="Geomanist" panose="02000503000000020004" pitchFamily="50" charset="0"/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B35E2C3E-38FC-B473-775B-38B8A6B73B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545680"/>
            <a:ext cx="9144000" cy="207667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/>
              <a:t>Sous-intercalaire</a:t>
            </a:r>
            <a:r>
              <a:rPr kumimoji="0" lang="fr-FR" sz="5400" b="0" i="0" u="none" strike="noStrike" kern="1200" cap="none" spc="0" normalizeH="0" baseline="0" noProof="0">
                <a:ln>
                  <a:noFill/>
                </a:ln>
                <a:solidFill>
                  <a:srgbClr val="F6941F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.</a:t>
            </a:r>
            <a:endParaRPr lang="fr-FR"/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B5C70D0D-7959-2923-D8FA-C38A6BCD8C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13807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Geomanist" panose="02000503000000020004" pitchFamily="50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Sous-titre de la sous intercalaire</a:t>
            </a:r>
          </a:p>
        </p:txBody>
      </p:sp>
    </p:spTree>
    <p:extLst>
      <p:ext uri="{BB962C8B-B14F-4D97-AF65-F5344CB8AC3E}">
        <p14:creationId xmlns:p14="http://schemas.microsoft.com/office/powerpoint/2010/main" val="1471032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ous-intercalair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92219E6F-8708-4186-3A01-84B56FE8B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155" r="1332" b="1487"/>
          <a:stretch/>
        </p:blipFill>
        <p:spPr>
          <a:xfrm>
            <a:off x="0" y="1"/>
            <a:ext cx="12192001" cy="6858000"/>
          </a:xfrm>
          <a:prstGeom prst="rect">
            <a:avLst/>
          </a:prstGeom>
        </p:spPr>
      </p:pic>
      <p:sp>
        <p:nvSpPr>
          <p:cNvPr id="5" name="Google Shape;169;p1">
            <a:extLst>
              <a:ext uri="{FF2B5EF4-FFF2-40B4-BE49-F238E27FC236}">
                <a16:creationId xmlns:a16="http://schemas.microsoft.com/office/drawing/2014/main" id="{6CC59F8A-127E-A85A-A55C-A37032A74CE8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002882">
              <a:alpha val="84313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Geomanist" panose="02000503000000020004" pitchFamily="50" charset="0"/>
              <a:ea typeface="Calibri"/>
              <a:cs typeface="Calibri"/>
              <a:sym typeface="Calibri"/>
            </a:endParaRP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5C3A2C35-14DD-2893-2748-BBA6C11693B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91650" y="6590027"/>
            <a:ext cx="308210" cy="30821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5E582FF-D426-9B25-1E2A-3186D2599F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-1" y="6268128"/>
            <a:ext cx="12192001" cy="368300"/>
          </a:xfrm>
          <a:prstGeom prst="rect">
            <a:avLst/>
          </a:prstGeom>
        </p:spPr>
      </p:pic>
      <p:sp>
        <p:nvSpPr>
          <p:cNvPr id="11" name="Straight Connector 50">
            <a:extLst>
              <a:ext uri="{FF2B5EF4-FFF2-40B4-BE49-F238E27FC236}">
                <a16:creationId xmlns:a16="http://schemas.microsoft.com/office/drawing/2014/main" id="{07E881BB-A417-CAC9-5B0D-7A38BBEB6762}"/>
              </a:ext>
            </a:extLst>
          </p:cNvPr>
          <p:cNvSpPr/>
          <p:nvPr userDrawn="1"/>
        </p:nvSpPr>
        <p:spPr>
          <a:xfrm>
            <a:off x="2925808" y="3716295"/>
            <a:ext cx="6128662" cy="1"/>
          </a:xfrm>
          <a:prstGeom prst="line">
            <a:avLst/>
          </a:prstGeom>
          <a:ln w="3175">
            <a:solidFill>
              <a:srgbClr val="FFFFFF"/>
            </a:solidFill>
            <a:miter/>
          </a:ln>
        </p:spPr>
        <p:txBody>
          <a:bodyPr lIns="45718" tIns="45718" rIns="45718" bIns="45718"/>
          <a:lstStyle/>
          <a:p>
            <a:endParaRPr b="0" i="0">
              <a:latin typeface="Geomanist" panose="02000503000000020004" pitchFamily="50" charset="0"/>
            </a:endParaRP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6A1E09F7-2634-9364-C650-C6A91FC9CD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545680"/>
            <a:ext cx="9144000" cy="207667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 b="0" i="0">
                <a:solidFill>
                  <a:schemeClr val="bg1"/>
                </a:solidFill>
                <a:latin typeface="Publica Play Medium" pitchFamily="2" charset="77"/>
              </a:defRPr>
            </a:lvl1pPr>
          </a:lstStyle>
          <a:p>
            <a:r>
              <a:rPr lang="fr-FR"/>
              <a:t>Sous-intercalaire</a:t>
            </a:r>
            <a:r>
              <a:rPr kumimoji="0" lang="fr-FR" sz="5400" b="0" i="0" u="none" strike="noStrike" kern="1200" cap="none" spc="0" normalizeH="0" baseline="0" noProof="0">
                <a:ln>
                  <a:noFill/>
                </a:ln>
                <a:solidFill>
                  <a:srgbClr val="F6941F"/>
                </a:solidFill>
                <a:effectLst/>
                <a:uLnTx/>
                <a:uFillTx/>
                <a:latin typeface="Publica Play Medium" pitchFamily="2" charset="77"/>
                <a:ea typeface="+mn-ea"/>
                <a:cs typeface="+mn-cs"/>
              </a:rPr>
              <a:t>.</a:t>
            </a:r>
            <a:endParaRPr lang="fr-FR"/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C878113A-AC8E-6705-3981-817C0BB31C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13807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Geomanist" panose="02000503000000020004" pitchFamily="50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Sous-titre de la sous intercalaire</a:t>
            </a:r>
          </a:p>
        </p:txBody>
      </p:sp>
    </p:spTree>
    <p:extLst>
      <p:ext uri="{BB962C8B-B14F-4D97-AF65-F5344CB8AC3E}">
        <p14:creationId xmlns:p14="http://schemas.microsoft.com/office/powerpoint/2010/main" val="276217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Fin co-fondate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6B90156-C76B-EC68-7B6C-D142E282BBE6}"/>
              </a:ext>
            </a:extLst>
          </p:cNvPr>
          <p:cNvSpPr/>
          <p:nvPr userDrawn="1"/>
        </p:nvSpPr>
        <p:spPr>
          <a:xfrm>
            <a:off x="-1" y="-91564"/>
            <a:ext cx="12192005" cy="3687855"/>
          </a:xfrm>
          <a:prstGeom prst="rect">
            <a:avLst/>
          </a:prstGeom>
          <a:solidFill>
            <a:srgbClr val="0028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b="0" i="0">
              <a:latin typeface="Geomanist" panose="02000503000000020004" pitchFamily="50" charset="0"/>
            </a:endParaRPr>
          </a:p>
        </p:txBody>
      </p:sp>
      <p:grpSp>
        <p:nvGrpSpPr>
          <p:cNvPr id="3" name="Groupe 8">
            <a:extLst>
              <a:ext uri="{FF2B5EF4-FFF2-40B4-BE49-F238E27FC236}">
                <a16:creationId xmlns:a16="http://schemas.microsoft.com/office/drawing/2014/main" id="{677B34B9-0087-5338-4540-8E0912619F9F}"/>
              </a:ext>
            </a:extLst>
          </p:cNvPr>
          <p:cNvGrpSpPr/>
          <p:nvPr userDrawn="1"/>
        </p:nvGrpSpPr>
        <p:grpSpPr>
          <a:xfrm>
            <a:off x="1085201" y="4038615"/>
            <a:ext cx="4769474" cy="1795461"/>
            <a:chOff x="-1" y="0"/>
            <a:chExt cx="4769473" cy="1795460"/>
          </a:xfrm>
        </p:grpSpPr>
        <p:sp>
          <p:nvSpPr>
            <p:cNvPr id="4" name="Rectangle : coins arrondis 4">
              <a:extLst>
                <a:ext uri="{FF2B5EF4-FFF2-40B4-BE49-F238E27FC236}">
                  <a16:creationId xmlns:a16="http://schemas.microsoft.com/office/drawing/2014/main" id="{624E5D0C-AE42-9A6C-098D-10DBAEA1082D}"/>
                </a:ext>
              </a:extLst>
            </p:cNvPr>
            <p:cNvSpPr/>
            <p:nvPr/>
          </p:nvSpPr>
          <p:spPr>
            <a:xfrm>
              <a:off x="-1" y="0"/>
              <a:ext cx="4769473" cy="17954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F2F2F2"/>
              </a:solidFill>
              <a:prstDash val="solid"/>
              <a:miter lim="800000"/>
            </a:ln>
            <a:effectLst>
              <a:outerShdw blurRad="50800" dist="38100" dir="81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2400">
                  <a:solidFill>
                    <a:srgbClr val="FFFFFF"/>
                  </a:solidFill>
                </a:defRPr>
              </a:pPr>
              <a:endParaRPr b="0" i="0">
                <a:latin typeface="Geomanist" panose="02000503000000020004" pitchFamily="50" charset="0"/>
              </a:endParaRPr>
            </a:p>
          </p:txBody>
        </p:sp>
        <p:pic>
          <p:nvPicPr>
            <p:cNvPr id="5" name="Picture 16">
              <a:extLst>
                <a:ext uri="{FF2B5EF4-FFF2-40B4-BE49-F238E27FC236}">
                  <a16:creationId xmlns:a16="http://schemas.microsoft.com/office/drawing/2014/main" id="{C02591D8-5B03-4DAE-4152-BE656598F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306510" y="201318"/>
              <a:ext cx="1439863" cy="1439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6" name="Textplatzhalter 6">
              <a:extLst>
                <a:ext uri="{FF2B5EF4-FFF2-40B4-BE49-F238E27FC236}">
                  <a16:creationId xmlns:a16="http://schemas.microsoft.com/office/drawing/2014/main" id="{543F3FEE-9C09-C05C-F21E-35C0C58640E6}"/>
                </a:ext>
              </a:extLst>
            </p:cNvPr>
            <p:cNvSpPr txBox="1"/>
            <p:nvPr/>
          </p:nvSpPr>
          <p:spPr>
            <a:xfrm>
              <a:off x="1971492" y="356238"/>
              <a:ext cx="2441149" cy="11285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600" b="1">
                  <a:solidFill>
                    <a:srgbClr val="0A3F74"/>
                  </a:solidFill>
                </a:defRPr>
              </a:pPr>
              <a:r>
                <a:rPr b="0" i="0">
                  <a:solidFill>
                    <a:srgbClr val="002882"/>
                  </a:solidFill>
                  <a:latin typeface="Publica Play Medium" pitchFamily="2" charset="77"/>
                  <a:cs typeface="Calibri" panose="020F0502020204030204" pitchFamily="34" charset="0"/>
                </a:rPr>
                <a:t>Cédric LOZAC’H</a:t>
              </a:r>
              <a:endParaRPr sz="2000" b="0" i="0">
                <a:solidFill>
                  <a:srgbClr val="002882"/>
                </a:solidFill>
                <a:latin typeface="Publica Play Medium" pitchFamily="2" charset="77"/>
                <a:cs typeface="Calibri" panose="020F0502020204030204" pitchFamily="34" charset="0"/>
              </a:endParaRPr>
            </a:p>
            <a:p>
              <a:pPr>
                <a:spcBef>
                  <a:spcPts val="1600"/>
                </a:spcBef>
                <a:defRPr sz="1600" b="1">
                  <a:solidFill>
                    <a:srgbClr val="0A3F74"/>
                  </a:solidFill>
                </a:defRPr>
              </a:pPr>
              <a:r>
                <a:rPr b="0" i="0">
                  <a:solidFill>
                    <a:srgbClr val="002882"/>
                  </a:solidFill>
                  <a:latin typeface="Publica Play Medium" pitchFamily="2" charset="77"/>
                  <a:cs typeface="Calibri" panose="020F0502020204030204" pitchFamily="34" charset="0"/>
                </a:rPr>
                <a:t>Co-Founder, CEO</a:t>
              </a:r>
              <a:endParaRPr lang="fr-FR" sz="2100" b="0" i="0">
                <a:solidFill>
                  <a:srgbClr val="002882"/>
                </a:solidFill>
                <a:latin typeface="Publica Play Medium" pitchFamily="2" charset="77"/>
                <a:cs typeface="Calibri" panose="020F0502020204030204" pitchFamily="34" charset="0"/>
              </a:endParaRPr>
            </a:p>
            <a:p>
              <a:pPr lvl="0" defTabSz="179382">
                <a:defRPr sz="1400">
                  <a:solidFill>
                    <a:srgbClr val="808080"/>
                  </a:solidFill>
                </a:defRPr>
              </a:pPr>
              <a:r>
                <a:rPr lang="fr-FR" b="0" i="0">
                  <a:latin typeface="Geomanist" panose="02000503000000020004" pitchFamily="50" charset="0"/>
                  <a:cs typeface="Calibri" panose="020F0502020204030204" pitchFamily="34" charset="0"/>
                </a:rPr>
                <a:t>06 83 80 85 88</a:t>
              </a:r>
              <a:endParaRPr lang="fr-FR" b="0" i="0">
                <a:solidFill>
                  <a:srgbClr val="6D6D6D"/>
                </a:solidFill>
                <a:latin typeface="Geomanist" panose="02000503000000020004" pitchFamily="50" charset="0"/>
                <a:cs typeface="Calibri" panose="020F0502020204030204" pitchFamily="34" charset="0"/>
              </a:endParaRPr>
            </a:p>
            <a:p>
              <a:pPr lvl="0" defTabSz="179382">
                <a:defRPr sz="1400">
                  <a:solidFill>
                    <a:srgbClr val="808080"/>
                  </a:solidFill>
                </a:defRPr>
              </a:pPr>
              <a:r>
                <a:rPr b="0" i="0">
                  <a:latin typeface="Geomanist" panose="02000503000000020004" pitchFamily="50" charset="0"/>
                  <a:cs typeface="Calibri" panose="020F0502020204030204" pitchFamily="34" charset="0"/>
                </a:rPr>
                <a:t>cedric.lozach@wefiit.com</a:t>
              </a: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E204535E-6D21-0242-6812-2347CBC584E8}"/>
              </a:ext>
            </a:extLst>
          </p:cNvPr>
          <p:cNvGrpSpPr/>
          <p:nvPr userDrawn="1"/>
        </p:nvGrpSpPr>
        <p:grpSpPr>
          <a:xfrm>
            <a:off x="6337327" y="4038615"/>
            <a:ext cx="4769470" cy="1795458"/>
            <a:chOff x="6337327" y="4649989"/>
            <a:chExt cx="4769470" cy="1795458"/>
          </a:xfrm>
        </p:grpSpPr>
        <p:sp>
          <p:nvSpPr>
            <p:cNvPr id="8" name="Rectangle : coins arrondis 19">
              <a:extLst>
                <a:ext uri="{FF2B5EF4-FFF2-40B4-BE49-F238E27FC236}">
                  <a16:creationId xmlns:a16="http://schemas.microsoft.com/office/drawing/2014/main" id="{3F3CFDD8-B37C-AF58-0E42-FE820430FA08}"/>
                </a:ext>
              </a:extLst>
            </p:cNvPr>
            <p:cNvSpPr/>
            <p:nvPr userDrawn="1"/>
          </p:nvSpPr>
          <p:spPr>
            <a:xfrm>
              <a:off x="6337327" y="4649989"/>
              <a:ext cx="4769470" cy="179545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>
              <a:solidFill>
                <a:srgbClr val="F2F2F2"/>
              </a:solidFill>
              <a:miter/>
            </a:ln>
            <a:effectLst>
              <a:outerShdw blurRad="50800" dist="38100" dir="8100000" rotWithShape="0">
                <a:srgbClr val="000000">
                  <a:alpha val="35000"/>
                </a:srgbClr>
              </a:outerShdw>
            </a:effectLst>
          </p:spPr>
          <p:txBody>
            <a:bodyPr lIns="45718" tIns="45718" rIns="45718" bIns="45718" anchor="ctr"/>
            <a:lstStyle/>
            <a:p>
              <a:pPr algn="ctr">
                <a:defRPr sz="2400">
                  <a:solidFill>
                    <a:srgbClr val="FFFFFF"/>
                  </a:solidFill>
                </a:defRPr>
              </a:pPr>
              <a:endParaRPr b="0" i="0">
                <a:latin typeface="Geomanist" panose="02000503000000020004" pitchFamily="50" charset="0"/>
              </a:endParaRPr>
            </a:p>
          </p:txBody>
        </p:sp>
        <p:sp>
          <p:nvSpPr>
            <p:cNvPr id="9" name="Textplatzhalter 6">
              <a:extLst>
                <a:ext uri="{FF2B5EF4-FFF2-40B4-BE49-F238E27FC236}">
                  <a16:creationId xmlns:a16="http://schemas.microsoft.com/office/drawing/2014/main" id="{0AB96172-50C3-83BB-34E3-CFC01C520BD2}"/>
                </a:ext>
              </a:extLst>
            </p:cNvPr>
            <p:cNvSpPr txBox="1"/>
            <p:nvPr userDrawn="1"/>
          </p:nvSpPr>
          <p:spPr>
            <a:xfrm>
              <a:off x="8308819" y="5006228"/>
              <a:ext cx="2711606" cy="112851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defRPr sz="1600" b="1">
                  <a:solidFill>
                    <a:srgbClr val="0A3F74"/>
                  </a:solidFill>
                </a:defRPr>
              </a:pPr>
              <a:r>
                <a:rPr b="0" i="0">
                  <a:solidFill>
                    <a:srgbClr val="002882"/>
                  </a:solidFill>
                  <a:latin typeface="Publica Play Medium" pitchFamily="2" charset="77"/>
                  <a:cs typeface="Calibri" panose="020F0502020204030204" pitchFamily="34" charset="0"/>
                </a:rPr>
                <a:t>Matthieu PECHEUL</a:t>
              </a:r>
              <a:endParaRPr sz="2000" b="0" i="0">
                <a:solidFill>
                  <a:srgbClr val="002882"/>
                </a:solidFill>
                <a:latin typeface="Publica Play Medium" pitchFamily="2" charset="77"/>
                <a:cs typeface="Calibri" panose="020F0502020204030204" pitchFamily="34" charset="0"/>
              </a:endParaRPr>
            </a:p>
            <a:p>
              <a:pPr>
                <a:spcBef>
                  <a:spcPts val="1600"/>
                </a:spcBef>
                <a:defRPr sz="1600" b="1">
                  <a:solidFill>
                    <a:srgbClr val="0A3F74"/>
                  </a:solidFill>
                </a:defRPr>
              </a:pPr>
              <a:r>
                <a:rPr b="0" i="0">
                  <a:solidFill>
                    <a:srgbClr val="002882"/>
                  </a:solidFill>
                  <a:latin typeface="Publica Play Medium" pitchFamily="2" charset="77"/>
                  <a:cs typeface="Calibri" panose="020F0502020204030204" pitchFamily="34" charset="0"/>
                </a:rPr>
                <a:t>Co-Founder, Head of Sales</a:t>
              </a:r>
              <a:endParaRPr lang="fr-FR" sz="2100" b="0" i="0">
                <a:solidFill>
                  <a:srgbClr val="002882"/>
                </a:solidFill>
                <a:latin typeface="Publica Play Medium" pitchFamily="2" charset="77"/>
                <a:cs typeface="Calibri" panose="020F0502020204030204" pitchFamily="34" charset="0"/>
              </a:endParaRPr>
            </a:p>
            <a:p>
              <a:pPr lvl="0" defTabSz="239172">
                <a:defRPr sz="1400">
                  <a:solidFill>
                    <a:srgbClr val="808080"/>
                  </a:solidFill>
                </a:defRPr>
              </a:pPr>
              <a:r>
                <a:rPr lang="fr-FR" b="0" i="0">
                  <a:latin typeface="Geomanist" panose="02000503000000020004" pitchFamily="50" charset="0"/>
                  <a:cs typeface="Calibri" panose="020F0502020204030204" pitchFamily="34" charset="0"/>
                </a:rPr>
                <a:t>06 34 41 88 33</a:t>
              </a:r>
              <a:endParaRPr lang="fr-FR" b="0" i="0">
                <a:solidFill>
                  <a:srgbClr val="6D6D6D"/>
                </a:solidFill>
                <a:latin typeface="Geomanist" panose="02000503000000020004" pitchFamily="50" charset="0"/>
                <a:cs typeface="Calibri" panose="020F0502020204030204" pitchFamily="34" charset="0"/>
              </a:endParaRPr>
            </a:p>
            <a:p>
              <a:pPr lvl="0" defTabSz="179382">
                <a:defRPr sz="1400">
                  <a:solidFill>
                    <a:srgbClr val="808080"/>
                  </a:solidFill>
                </a:defRPr>
              </a:pPr>
              <a:r>
                <a:rPr b="0" i="0">
                  <a:latin typeface="Geomanist" panose="02000503000000020004" pitchFamily="50" charset="0"/>
                  <a:cs typeface="Calibri" panose="020F0502020204030204" pitchFamily="34" charset="0"/>
                </a:rPr>
                <a:t>matthieu.pecheul@wefiit.com</a:t>
              </a:r>
            </a:p>
          </p:txBody>
        </p:sp>
        <p:pic>
          <p:nvPicPr>
            <p:cNvPr id="10" name="Image 14">
              <a:extLst>
                <a:ext uri="{FF2B5EF4-FFF2-40B4-BE49-F238E27FC236}">
                  <a16:creationId xmlns:a16="http://schemas.microsoft.com/office/drawing/2014/main" id="{9BF9F14A-4389-D79F-4561-034E17560B2A}"/>
                </a:ext>
              </a:extLst>
            </p:cNvPr>
            <p:cNvPicPr>
              <a:picLocks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6658055" y="4851310"/>
              <a:ext cx="1440000" cy="1440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10" y="0"/>
                  </a:moveTo>
                  <a:cubicBezTo>
                    <a:pt x="5352" y="0"/>
                    <a:pt x="909" y="3842"/>
                    <a:pt x="0" y="8897"/>
                  </a:cubicBezTo>
                  <a:lnTo>
                    <a:pt x="0" y="12715"/>
                  </a:lnTo>
                  <a:cubicBezTo>
                    <a:pt x="911" y="17767"/>
                    <a:pt x="5354" y="21600"/>
                    <a:pt x="10710" y="21600"/>
                  </a:cubicBezTo>
                  <a:cubicBezTo>
                    <a:pt x="16725" y="21600"/>
                    <a:pt x="21600" y="16765"/>
                    <a:pt x="21600" y="10800"/>
                  </a:cubicBezTo>
                  <a:cubicBezTo>
                    <a:pt x="21600" y="4835"/>
                    <a:pt x="16725" y="0"/>
                    <a:pt x="10710" y="0"/>
                  </a:cubicBezTo>
                  <a:close/>
                </a:path>
              </a:pathLst>
            </a:custGeom>
            <a:ln w="12700">
              <a:miter lim="400000"/>
            </a:ln>
          </p:spPr>
        </p:pic>
      </p:grpSp>
      <p:pic>
        <p:nvPicPr>
          <p:cNvPr id="12" name="Image 2" descr="Une image contenant logo&#10;&#10;Description générée automatiquement">
            <a:extLst>
              <a:ext uri="{FF2B5EF4-FFF2-40B4-BE49-F238E27FC236}">
                <a16:creationId xmlns:a16="http://schemas.microsoft.com/office/drawing/2014/main" id="{D81CD2D1-BE9E-EF0D-D93F-81ED62BC9F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845"/>
          <a:stretch/>
        </p:blipFill>
        <p:spPr>
          <a:xfrm>
            <a:off x="2089180" y="459022"/>
            <a:ext cx="7971882" cy="229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22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Fin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6B90156-C76B-EC68-7B6C-D142E282BBE6}"/>
              </a:ext>
            </a:extLst>
          </p:cNvPr>
          <p:cNvSpPr/>
          <p:nvPr userDrawn="1"/>
        </p:nvSpPr>
        <p:spPr>
          <a:xfrm>
            <a:off x="-1" y="-91564"/>
            <a:ext cx="12192005" cy="3687855"/>
          </a:xfrm>
          <a:prstGeom prst="rect">
            <a:avLst/>
          </a:prstGeom>
          <a:solidFill>
            <a:srgbClr val="0028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b="0" i="0">
              <a:latin typeface="Geomanist" panose="02000503000000020004" pitchFamily="50" charset="0"/>
            </a:endParaRPr>
          </a:p>
        </p:txBody>
      </p:sp>
      <p:pic>
        <p:nvPicPr>
          <p:cNvPr id="12" name="Image 2" descr="Une image contenant logo&#10;&#10;Description générée automatiquement">
            <a:extLst>
              <a:ext uri="{FF2B5EF4-FFF2-40B4-BE49-F238E27FC236}">
                <a16:creationId xmlns:a16="http://schemas.microsoft.com/office/drawing/2014/main" id="{D81CD2D1-BE9E-EF0D-D93F-81ED62BC9F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845"/>
          <a:stretch/>
        </p:blipFill>
        <p:spPr>
          <a:xfrm>
            <a:off x="2089180" y="459022"/>
            <a:ext cx="7971882" cy="2299069"/>
          </a:xfrm>
          <a:prstGeom prst="rect">
            <a:avLst/>
          </a:prstGeom>
        </p:spPr>
      </p:pic>
      <p:sp>
        <p:nvSpPr>
          <p:cNvPr id="24" name="Rectangle : coins arrondis 4">
            <a:extLst>
              <a:ext uri="{FF2B5EF4-FFF2-40B4-BE49-F238E27FC236}">
                <a16:creationId xmlns:a16="http://schemas.microsoft.com/office/drawing/2014/main" id="{376468D0-173B-E147-E021-FE0952316D43}"/>
              </a:ext>
            </a:extLst>
          </p:cNvPr>
          <p:cNvSpPr/>
          <p:nvPr userDrawn="1"/>
        </p:nvSpPr>
        <p:spPr>
          <a:xfrm>
            <a:off x="3711262" y="4162859"/>
            <a:ext cx="4769474" cy="17954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>
            <a:solidFill>
              <a:srgbClr val="F2F2F2"/>
            </a:solidFill>
            <a:prstDash val="solid"/>
            <a:miter lim="800000"/>
          </a:ln>
          <a:effectLst>
            <a:outerShdw blurRad="50800" dist="38100" dir="8100000" rotWithShape="0">
              <a:srgbClr val="000000">
                <a:alpha val="35000"/>
              </a:srgbClr>
            </a:outerShdw>
          </a:effectLst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b="0" i="0">
              <a:latin typeface="Publica Play Medium" pitchFamily="2" charset="77"/>
            </a:endParaRPr>
          </a:p>
        </p:txBody>
      </p:sp>
      <p:sp>
        <p:nvSpPr>
          <p:cNvPr id="25" name="Espace réservé pour une image  4">
            <a:extLst>
              <a:ext uri="{FF2B5EF4-FFF2-40B4-BE49-F238E27FC236}">
                <a16:creationId xmlns:a16="http://schemas.microsoft.com/office/drawing/2014/main" id="{A67B2F67-4C53-C62D-FA7E-5D9B963BEC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047830" y="4367536"/>
            <a:ext cx="1440000" cy="1440000"/>
          </a:xfrm>
          <a:prstGeom prst="flowChartConnector">
            <a:avLst/>
          </a:prstGeom>
        </p:spPr>
        <p:txBody>
          <a:bodyPr/>
          <a:lstStyle>
            <a:lvl1pPr marL="0" indent="0" algn="ctr">
              <a:buNone/>
              <a:defRPr sz="1800" b="0" i="0">
                <a:latin typeface="Publica Play Medium" pitchFamily="2" charset="77"/>
              </a:defRPr>
            </a:lvl1pPr>
          </a:lstStyle>
          <a:p>
            <a:r>
              <a:rPr lang="fr-FR"/>
              <a:t>Photo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7ED14D8F-9313-E46C-B2CF-A683F85288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8069" y="4375020"/>
            <a:ext cx="2656338" cy="7684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/>
                </a:solidFill>
                <a:latin typeface="Publica Play Medium" pitchFamily="2" charset="77"/>
              </a:defRPr>
            </a:lvl1pPr>
          </a:lstStyle>
          <a:p>
            <a:pPr>
              <a:defRPr sz="1600" b="1">
                <a:solidFill>
                  <a:srgbClr val="0A3F74"/>
                </a:solidFill>
              </a:defRPr>
            </a:pPr>
            <a:r>
              <a:rPr lang="fr-FR" b="0" i="0">
                <a:solidFill>
                  <a:srgbClr val="002882"/>
                </a:solidFill>
                <a:latin typeface="Publica Play Medium" pitchFamily="2" charset="77"/>
                <a:cs typeface="Calibri" panose="020F0502020204030204" pitchFamily="34" charset="0"/>
              </a:rPr>
              <a:t>Prénom Nom</a:t>
            </a:r>
            <a:endParaRPr lang="fr-FR" sz="3600" b="0" i="0">
              <a:solidFill>
                <a:srgbClr val="002882"/>
              </a:solidFill>
              <a:latin typeface="Publica Play Medium" pitchFamily="2" charset="77"/>
              <a:cs typeface="Calibri" panose="020F0502020204030204" pitchFamily="34" charset="0"/>
            </a:endParaRPr>
          </a:p>
          <a:p>
            <a:pPr>
              <a:spcBef>
                <a:spcPts val="1600"/>
              </a:spcBef>
              <a:defRPr sz="1600" b="1">
                <a:solidFill>
                  <a:srgbClr val="0A3F74"/>
                </a:solidFill>
              </a:defRPr>
            </a:pPr>
            <a:r>
              <a:rPr lang="fr-FR" b="0" i="0">
                <a:solidFill>
                  <a:srgbClr val="002882"/>
                </a:solidFill>
                <a:latin typeface="Publica Play Medium" pitchFamily="2" charset="77"/>
                <a:cs typeface="Calibri" panose="020F0502020204030204" pitchFamily="34" charset="0"/>
              </a:rPr>
              <a:t>Poste</a:t>
            </a:r>
            <a:endParaRPr lang="fr-FR"/>
          </a:p>
        </p:txBody>
      </p:sp>
      <p:sp>
        <p:nvSpPr>
          <p:cNvPr id="29" name="Espace réservé du texte 27">
            <a:extLst>
              <a:ext uri="{FF2B5EF4-FFF2-40B4-BE49-F238E27FC236}">
                <a16:creationId xmlns:a16="http://schemas.microsoft.com/office/drawing/2014/main" id="{D74551E1-D717-F497-AC45-4EAFEF800C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08069" y="5176422"/>
            <a:ext cx="2656338" cy="76848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 lvl="0" defTabSz="179382">
              <a:defRPr sz="1400">
                <a:solidFill>
                  <a:srgbClr val="808080"/>
                </a:solidFill>
              </a:defRPr>
            </a:pPr>
            <a:r>
              <a:rPr lang="fr-FR" b="0" i="0">
                <a:latin typeface="Geomanist Regular" panose="02000503000000020004" pitchFamily="2" charset="77"/>
                <a:cs typeface="Calibri" panose="020F0502020204030204" pitchFamily="34" charset="0"/>
              </a:rPr>
              <a:t>06XXXXXXXX</a:t>
            </a:r>
          </a:p>
          <a:p>
            <a:pPr lvl="0" defTabSz="179382">
              <a:defRPr sz="1400">
                <a:solidFill>
                  <a:srgbClr val="808080"/>
                </a:solidFill>
              </a:defRPr>
            </a:pPr>
            <a:r>
              <a:rPr lang="fr-FR" b="0" i="0">
                <a:latin typeface="Geomanist Regular" panose="02000503000000020004" pitchFamily="2" charset="77"/>
                <a:cs typeface="Calibri" panose="020F0502020204030204" pitchFamily="34" charset="0"/>
              </a:rPr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796296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Fin 2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6B90156-C76B-EC68-7B6C-D142E282BBE6}"/>
              </a:ext>
            </a:extLst>
          </p:cNvPr>
          <p:cNvSpPr/>
          <p:nvPr userDrawn="1"/>
        </p:nvSpPr>
        <p:spPr>
          <a:xfrm>
            <a:off x="-1" y="-91564"/>
            <a:ext cx="12192005" cy="3687855"/>
          </a:xfrm>
          <a:prstGeom prst="rect">
            <a:avLst/>
          </a:prstGeom>
          <a:solidFill>
            <a:srgbClr val="00288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b="0" i="0">
              <a:latin typeface="Geomanist" panose="02000503000000020004" pitchFamily="50" charset="0"/>
            </a:endParaRPr>
          </a:p>
        </p:txBody>
      </p:sp>
      <p:pic>
        <p:nvPicPr>
          <p:cNvPr id="12" name="Image 2" descr="Une image contenant logo&#10;&#10;Description générée automatiquement">
            <a:extLst>
              <a:ext uri="{FF2B5EF4-FFF2-40B4-BE49-F238E27FC236}">
                <a16:creationId xmlns:a16="http://schemas.microsoft.com/office/drawing/2014/main" id="{D81CD2D1-BE9E-EF0D-D93F-81ED62BC9F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845"/>
          <a:stretch/>
        </p:blipFill>
        <p:spPr>
          <a:xfrm>
            <a:off x="2089180" y="459022"/>
            <a:ext cx="7971882" cy="2299069"/>
          </a:xfrm>
          <a:prstGeom prst="rect">
            <a:avLst/>
          </a:prstGeom>
        </p:spPr>
      </p:pic>
      <p:sp>
        <p:nvSpPr>
          <p:cNvPr id="24" name="Rectangle : coins arrondis 4">
            <a:extLst>
              <a:ext uri="{FF2B5EF4-FFF2-40B4-BE49-F238E27FC236}">
                <a16:creationId xmlns:a16="http://schemas.microsoft.com/office/drawing/2014/main" id="{376468D0-173B-E147-E021-FE0952316D43}"/>
              </a:ext>
            </a:extLst>
          </p:cNvPr>
          <p:cNvSpPr/>
          <p:nvPr userDrawn="1"/>
        </p:nvSpPr>
        <p:spPr>
          <a:xfrm>
            <a:off x="1065262" y="4032574"/>
            <a:ext cx="4769474" cy="17954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>
            <a:solidFill>
              <a:srgbClr val="F2F2F2"/>
            </a:solidFill>
            <a:prstDash val="solid"/>
            <a:miter lim="800000"/>
          </a:ln>
          <a:effectLst>
            <a:outerShdw blurRad="50800" dist="38100" dir="8100000" rotWithShape="0">
              <a:srgbClr val="000000">
                <a:alpha val="35000"/>
              </a:srgbClr>
            </a:outerShdw>
          </a:effectLst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b="1" i="0">
              <a:latin typeface="Publica Play Medium" pitchFamily="2" charset="77"/>
            </a:endParaRPr>
          </a:p>
        </p:txBody>
      </p:sp>
      <p:sp>
        <p:nvSpPr>
          <p:cNvPr id="25" name="Espace réservé pour une image  4">
            <a:extLst>
              <a:ext uri="{FF2B5EF4-FFF2-40B4-BE49-F238E27FC236}">
                <a16:creationId xmlns:a16="http://schemas.microsoft.com/office/drawing/2014/main" id="{A67B2F67-4C53-C62D-FA7E-5D9B963BEC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401830" y="4237251"/>
            <a:ext cx="1440000" cy="1440000"/>
          </a:xfrm>
          <a:prstGeom prst="flowChartConnector">
            <a:avLst/>
          </a:prstGeom>
        </p:spPr>
        <p:txBody>
          <a:bodyPr/>
          <a:lstStyle>
            <a:lvl1pPr marL="0" indent="0" algn="ctr">
              <a:buNone/>
              <a:defRPr sz="1800" b="0" i="0">
                <a:latin typeface="Publica Play Medium" pitchFamily="2" charset="77"/>
              </a:defRPr>
            </a:lvl1pPr>
          </a:lstStyle>
          <a:p>
            <a:r>
              <a:rPr lang="fr-FR"/>
              <a:t>Photo</a:t>
            </a:r>
          </a:p>
        </p:txBody>
      </p:sp>
      <p:sp>
        <p:nvSpPr>
          <p:cNvPr id="29" name="Espace réservé du texte 27">
            <a:extLst>
              <a:ext uri="{FF2B5EF4-FFF2-40B4-BE49-F238E27FC236}">
                <a16:creationId xmlns:a16="http://schemas.microsoft.com/office/drawing/2014/main" id="{D74551E1-D717-F497-AC45-4EAFEF800C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62069" y="5046137"/>
            <a:ext cx="2656338" cy="76848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50000"/>
                  </a:schemeClr>
                </a:solidFill>
                <a:latin typeface="Geomanist" panose="02000503000000020004" pitchFamily="50" charset="0"/>
              </a:defRPr>
            </a:lvl1pPr>
          </a:lstStyle>
          <a:p>
            <a:pPr lvl="0" defTabSz="179382">
              <a:defRPr sz="1400">
                <a:solidFill>
                  <a:srgbClr val="808080"/>
                </a:solidFill>
              </a:defRPr>
            </a:pPr>
            <a:r>
              <a:rPr lang="fr-FR" b="0" i="0">
                <a:latin typeface="Geomanist Regular" panose="02000503000000020004" pitchFamily="2" charset="77"/>
                <a:cs typeface="Calibri" panose="020F0502020204030204" pitchFamily="34" charset="0"/>
              </a:rPr>
              <a:t>06XXXXXXXX</a:t>
            </a:r>
          </a:p>
          <a:p>
            <a:pPr lvl="0" defTabSz="179382">
              <a:defRPr sz="1400">
                <a:solidFill>
                  <a:srgbClr val="808080"/>
                </a:solidFill>
              </a:defRPr>
            </a:pPr>
            <a:r>
              <a:rPr lang="fr-FR" b="0" i="0">
                <a:latin typeface="Geomanist Regular" panose="02000503000000020004" pitchFamily="2" charset="77"/>
                <a:cs typeface="Calibri" panose="020F0502020204030204" pitchFamily="34" charset="0"/>
              </a:rPr>
              <a:t>email</a:t>
            </a:r>
          </a:p>
        </p:txBody>
      </p:sp>
      <p:sp>
        <p:nvSpPr>
          <p:cNvPr id="3" name="Rectangle : coins arrondis 4">
            <a:extLst>
              <a:ext uri="{FF2B5EF4-FFF2-40B4-BE49-F238E27FC236}">
                <a16:creationId xmlns:a16="http://schemas.microsoft.com/office/drawing/2014/main" id="{A664D148-4383-A602-7A43-345715BAB5D5}"/>
              </a:ext>
            </a:extLst>
          </p:cNvPr>
          <p:cNvSpPr/>
          <p:nvPr userDrawn="1"/>
        </p:nvSpPr>
        <p:spPr>
          <a:xfrm>
            <a:off x="6374822" y="4045992"/>
            <a:ext cx="4769474" cy="17954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>
            <a:solidFill>
              <a:srgbClr val="F2F2F2"/>
            </a:solidFill>
            <a:prstDash val="solid"/>
            <a:miter lim="800000"/>
          </a:ln>
          <a:effectLst>
            <a:outerShdw blurRad="50800" dist="38100" dir="8100000" rotWithShape="0">
              <a:srgbClr val="000000">
                <a:alpha val="35000"/>
              </a:srgbClr>
            </a:outerShdw>
          </a:effectLst>
        </p:spPr>
        <p:txBody>
          <a:bodyPr wrap="square" lIns="45718" tIns="45718" rIns="45718" bIns="45718" numCol="1" anchor="ctr">
            <a:no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b="0" i="0">
              <a:latin typeface="Publica Play Medium" pitchFamily="2" charset="77"/>
            </a:endParaRP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F9E3324D-E074-AC2E-9240-31164CD65B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11390" y="4250669"/>
            <a:ext cx="1440000" cy="1440000"/>
          </a:xfrm>
          <a:prstGeom prst="flowChartConnector">
            <a:avLst/>
          </a:prstGeom>
        </p:spPr>
        <p:txBody>
          <a:bodyPr/>
          <a:lstStyle>
            <a:lvl1pPr marL="0" indent="0" algn="ctr">
              <a:buNone/>
              <a:defRPr sz="1800" b="0" i="0">
                <a:latin typeface="Publica Play Medium" pitchFamily="2" charset="77"/>
              </a:defRPr>
            </a:lvl1pPr>
          </a:lstStyle>
          <a:p>
            <a:r>
              <a:rPr lang="fr-FR"/>
              <a:t>Photo</a:t>
            </a:r>
          </a:p>
        </p:txBody>
      </p:sp>
      <p:sp>
        <p:nvSpPr>
          <p:cNvPr id="6" name="Espace réservé du texte 27">
            <a:extLst>
              <a:ext uri="{FF2B5EF4-FFF2-40B4-BE49-F238E27FC236}">
                <a16:creationId xmlns:a16="http://schemas.microsoft.com/office/drawing/2014/main" id="{35518A71-8C84-E9BB-79EB-1B2CA1083E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1629" y="5059555"/>
            <a:ext cx="2656338" cy="76848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 lvl="0" defTabSz="179382">
              <a:defRPr sz="1400">
                <a:solidFill>
                  <a:srgbClr val="808080"/>
                </a:solidFill>
              </a:defRPr>
            </a:pPr>
            <a:r>
              <a:rPr lang="fr-FR" b="0" i="0">
                <a:latin typeface="Geomanist Regular" panose="02000503000000020004" pitchFamily="2" charset="77"/>
                <a:cs typeface="Calibri" panose="020F0502020204030204" pitchFamily="34" charset="0"/>
              </a:rPr>
              <a:t>06XXXXXXXX</a:t>
            </a:r>
          </a:p>
          <a:p>
            <a:pPr lvl="0" defTabSz="179382">
              <a:defRPr sz="1400">
                <a:solidFill>
                  <a:srgbClr val="808080"/>
                </a:solidFill>
              </a:defRPr>
            </a:pPr>
            <a:r>
              <a:rPr lang="fr-FR" b="0" i="0">
                <a:latin typeface="Geomanist Regular" panose="02000503000000020004" pitchFamily="2" charset="77"/>
                <a:cs typeface="Calibri" panose="020F0502020204030204" pitchFamily="34" charset="0"/>
              </a:rPr>
              <a:t>email</a:t>
            </a:r>
          </a:p>
        </p:txBody>
      </p:sp>
      <p:sp>
        <p:nvSpPr>
          <p:cNvPr id="7" name="Espace réservé du texte 27">
            <a:extLst>
              <a:ext uri="{FF2B5EF4-FFF2-40B4-BE49-F238E27FC236}">
                <a16:creationId xmlns:a16="http://schemas.microsoft.com/office/drawing/2014/main" id="{82BAB237-064C-3F5F-616A-FA3536536D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62069" y="4225614"/>
            <a:ext cx="2656338" cy="76848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 sz="1600" b="1">
                <a:solidFill>
                  <a:srgbClr val="0A3F74"/>
                </a:solidFill>
              </a:defRPr>
            </a:pPr>
            <a:r>
              <a:rPr lang="fr-FR" b="0" i="0">
                <a:solidFill>
                  <a:srgbClr val="002882"/>
                </a:solidFill>
                <a:latin typeface="Publica Play Medium" pitchFamily="2" charset="77"/>
                <a:cs typeface="Calibri" panose="020F0502020204030204" pitchFamily="34" charset="0"/>
              </a:rPr>
              <a:t>Prénom Nom</a:t>
            </a:r>
            <a:endParaRPr lang="fr-FR" sz="3600" b="0" i="0">
              <a:solidFill>
                <a:srgbClr val="002882"/>
              </a:solidFill>
              <a:latin typeface="Publica Play Medium" pitchFamily="2" charset="77"/>
              <a:cs typeface="Calibri" panose="020F0502020204030204" pitchFamily="34" charset="0"/>
            </a:endParaRPr>
          </a:p>
          <a:p>
            <a:pPr>
              <a:spcBef>
                <a:spcPts val="1600"/>
              </a:spcBef>
              <a:defRPr sz="1600" b="1">
                <a:solidFill>
                  <a:srgbClr val="0A3F74"/>
                </a:solidFill>
              </a:defRPr>
            </a:pPr>
            <a:r>
              <a:rPr lang="fr-FR" b="0" i="0">
                <a:solidFill>
                  <a:srgbClr val="002882"/>
                </a:solidFill>
                <a:latin typeface="Publica Play Medium" pitchFamily="2" charset="77"/>
                <a:cs typeface="Calibri" panose="020F0502020204030204" pitchFamily="34" charset="0"/>
              </a:rPr>
              <a:t>Poste</a:t>
            </a:r>
            <a:endParaRPr lang="fr-FR"/>
          </a:p>
        </p:txBody>
      </p:sp>
      <p:sp>
        <p:nvSpPr>
          <p:cNvPr id="8" name="Espace réservé du texte 27">
            <a:extLst>
              <a:ext uri="{FF2B5EF4-FFF2-40B4-BE49-F238E27FC236}">
                <a16:creationId xmlns:a16="http://schemas.microsoft.com/office/drawing/2014/main" id="{43259DAB-1428-3B48-CE73-D24F48BC02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70400" y="4225614"/>
            <a:ext cx="2656338" cy="76848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 sz="1600" b="1">
                <a:solidFill>
                  <a:srgbClr val="0A3F74"/>
                </a:solidFill>
              </a:defRPr>
            </a:pPr>
            <a:r>
              <a:rPr lang="fr-FR" b="0" i="0">
                <a:solidFill>
                  <a:srgbClr val="002882"/>
                </a:solidFill>
                <a:latin typeface="Publica Play Medium" pitchFamily="2" charset="77"/>
                <a:cs typeface="Calibri" panose="020F0502020204030204" pitchFamily="34" charset="0"/>
              </a:rPr>
              <a:t>Prénom Nom</a:t>
            </a:r>
            <a:endParaRPr lang="fr-FR" sz="3600" b="0" i="0">
              <a:solidFill>
                <a:srgbClr val="002882"/>
              </a:solidFill>
              <a:latin typeface="Publica Play Medium" pitchFamily="2" charset="77"/>
              <a:cs typeface="Calibri" panose="020F0502020204030204" pitchFamily="34" charset="0"/>
            </a:endParaRPr>
          </a:p>
          <a:p>
            <a:pPr>
              <a:spcBef>
                <a:spcPts val="1600"/>
              </a:spcBef>
              <a:defRPr sz="1600" b="1">
                <a:solidFill>
                  <a:srgbClr val="0A3F74"/>
                </a:solidFill>
              </a:defRPr>
            </a:pPr>
            <a:r>
              <a:rPr lang="fr-FR" b="0" i="0">
                <a:solidFill>
                  <a:srgbClr val="002882"/>
                </a:solidFill>
                <a:latin typeface="Publica Play Medium" pitchFamily="2" charset="77"/>
                <a:cs typeface="Calibri" panose="020F0502020204030204" pitchFamily="34" charset="0"/>
              </a:rPr>
              <a:t>Poste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849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ADF8353E-D667-A29F-2CE9-EE437FA2B4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7539" b="-7273"/>
          <a:stretch>
            <a:fillRect/>
          </a:stretch>
        </p:blipFill>
        <p:spPr>
          <a:xfrm rot="5400000" flipV="1">
            <a:off x="-3157354" y="3294246"/>
            <a:ext cx="6858000" cy="26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29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3C45C550-63C3-958F-72D0-A9458439A339}"/>
              </a:ext>
            </a:extLst>
          </p:cNvPr>
          <p:cNvGrpSpPr/>
          <p:nvPr userDrawn="1"/>
        </p:nvGrpSpPr>
        <p:grpSpPr>
          <a:xfrm>
            <a:off x="-1" y="6268128"/>
            <a:ext cx="12192001" cy="635768"/>
            <a:chOff x="-1" y="6268128"/>
            <a:chExt cx="12192001" cy="635768"/>
          </a:xfrm>
        </p:grpSpPr>
        <p:pic>
          <p:nvPicPr>
            <p:cNvPr id="7" name="Image 6" descr="Une image contenant lune, Graphique, capture d’écran&#10;&#10;Description générée automatiquement">
              <a:extLst>
                <a:ext uri="{FF2B5EF4-FFF2-40B4-BE49-F238E27FC236}">
                  <a16:creationId xmlns:a16="http://schemas.microsoft.com/office/drawing/2014/main" id="{88391670-3903-DB96-2CC0-5CDE7A7E47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889558" y="6601454"/>
              <a:ext cx="302442" cy="302442"/>
            </a:xfrm>
            <a:prstGeom prst="rect">
              <a:avLst/>
            </a:prstGeom>
          </p:spPr>
        </p:pic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ADF8353E-D667-A29F-2CE9-EE437FA2B4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/>
            <a:stretch>
              <a:fillRect/>
            </a:stretch>
          </p:blipFill>
          <p:spPr>
            <a:xfrm flipV="1">
              <a:off x="-1" y="6268128"/>
              <a:ext cx="12192001" cy="368300"/>
            </a:xfrm>
            <a:prstGeom prst="rect">
              <a:avLst/>
            </a:prstGeom>
          </p:spPr>
        </p:pic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86D5CB90-C220-1D57-6BF4-26C135B8E4FA}"/>
                </a:ext>
              </a:extLst>
            </p:cNvPr>
            <p:cNvSpPr txBox="1"/>
            <p:nvPr userDrawn="1">
              <p:extLst>
                <p:ext uri="{1162E1C5-73C7-4A58-AE30-91384D911F3F}">
                  <p184:classification xmlns:p184="http://schemas.microsoft.com/office/powerpoint/2018/4/main" val="ftr"/>
                </p:ext>
              </p:extLst>
            </p:nvPr>
          </p:nvSpPr>
          <p:spPr>
            <a:xfrm>
              <a:off x="5804662" y="6672580"/>
              <a:ext cx="619125" cy="121920"/>
            </a:xfrm>
            <a:prstGeom prst="rect">
              <a:avLst/>
            </a:prstGeom>
          </p:spPr>
          <p:txBody>
            <a:bodyPr horzOverflow="overflow" lIns="0" tIns="0" rIns="0" bIns="0">
              <a:spAutoFit/>
            </a:bodyPr>
            <a:lstStyle/>
            <a:p>
              <a:pPr algn="l"/>
              <a:r>
                <a:rPr lang="fr-FR" sz="800">
                  <a:solidFill>
                    <a:srgbClr val="282D87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RESTREINT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3521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D343-A975-F643-FAD3-5A8D4D864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14">
            <a:extLst>
              <a:ext uri="{FF2B5EF4-FFF2-40B4-BE49-F238E27FC236}">
                <a16:creationId xmlns:a16="http://schemas.microsoft.com/office/drawing/2014/main" id="{733B49D0-6710-691B-D087-7883AA90E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5" y="28866"/>
            <a:ext cx="11970775" cy="695194"/>
          </a:xfrm>
        </p:spPr>
        <p:txBody>
          <a:bodyPr>
            <a:normAutofit/>
          </a:bodyPr>
          <a:lstStyle/>
          <a:p>
            <a:r>
              <a:rPr lang="fr-FR" b="1" dirty="0"/>
              <a:t>Titre de la slide</a:t>
            </a:r>
            <a:endParaRPr lang="fr-FR" b="1" noProof="1">
              <a:solidFill>
                <a:schemeClr val="accent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E7E96C9-161C-0ADB-447D-4835C8F9B4B4}"/>
              </a:ext>
            </a:extLst>
          </p:cNvPr>
          <p:cNvSpPr>
            <a:spLocks/>
          </p:cNvSpPr>
          <p:nvPr/>
        </p:nvSpPr>
        <p:spPr>
          <a:xfrm>
            <a:off x="583804" y="906045"/>
            <a:ext cx="7831189" cy="426106"/>
          </a:xfrm>
          <a:prstGeom prst="roundRect">
            <a:avLst>
              <a:gd name="adj" fmla="val 36283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1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Publica Play Medium" panose="00000600000000000000" pitchFamily="2" charset="0"/>
                <a:ea typeface="+mn-ea"/>
                <a:cs typeface="+mn-cs"/>
                <a:sym typeface="Arial"/>
              </a:rPr>
              <a:t>Sous-titre</a:t>
            </a:r>
          </a:p>
        </p:txBody>
      </p:sp>
      <p:sp>
        <p:nvSpPr>
          <p:cNvPr id="12" name="Rectangle : coins arrondis 8">
            <a:extLst>
              <a:ext uri="{FF2B5EF4-FFF2-40B4-BE49-F238E27FC236}">
                <a16:creationId xmlns:a16="http://schemas.microsoft.com/office/drawing/2014/main" id="{3DA88FBA-DDA0-12F8-548F-18078AD80BD0}"/>
              </a:ext>
            </a:extLst>
          </p:cNvPr>
          <p:cNvSpPr/>
          <p:nvPr/>
        </p:nvSpPr>
        <p:spPr>
          <a:xfrm>
            <a:off x="583804" y="1383893"/>
            <a:ext cx="7216717" cy="923408"/>
          </a:xfrm>
          <a:prstGeom prst="roundRect">
            <a:avLst>
              <a:gd name="adj" fmla="val 9910"/>
            </a:avLst>
          </a:prstGeom>
          <a:solidFill>
            <a:srgbClr val="F2F4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216000" tIns="251999" rIns="216000" bIns="21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i="0" u="none" strike="noStrike" kern="1200" cap="none" spc="0" normalizeH="0" baseline="0" noProof="1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ea typeface="+mn-ea"/>
                <a:cs typeface="Helvetica"/>
              </a:rPr>
              <a:t>Contexte 1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i="0" u="none" strike="noStrike" kern="1200" cap="none" spc="0" normalizeH="0" baseline="0" noProof="1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ea typeface="+mn-ea"/>
                <a:cs typeface="Helvetica"/>
              </a:rPr>
              <a:t>Contexte 2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 noProof="1">
                <a:solidFill>
                  <a:srgbClr val="002882"/>
                </a:solidFill>
                <a:cs typeface="Helvetica"/>
              </a:rPr>
              <a:t>Contexte 3</a:t>
            </a:r>
            <a:endParaRPr kumimoji="0" lang="fr-FR" sz="1200" i="0" u="none" strike="noStrike" kern="1200" cap="none" spc="0" normalizeH="0" baseline="0" noProof="1">
              <a:ln>
                <a:noFill/>
              </a:ln>
              <a:solidFill>
                <a:srgbClr val="002882"/>
              </a:solidFill>
              <a:effectLst/>
              <a:uLnTx/>
              <a:uFillTx/>
              <a:ea typeface="+mn-ea"/>
              <a:cs typeface="Helvetica"/>
            </a:endParaRPr>
          </a:p>
        </p:txBody>
      </p:sp>
      <p:sp>
        <p:nvSpPr>
          <p:cNvPr id="34" name="Rectangle : coins arrondis 8">
            <a:extLst>
              <a:ext uri="{FF2B5EF4-FFF2-40B4-BE49-F238E27FC236}">
                <a16:creationId xmlns:a16="http://schemas.microsoft.com/office/drawing/2014/main" id="{EEC05680-97BD-8EBE-A8C1-192E5240D427}"/>
              </a:ext>
            </a:extLst>
          </p:cNvPr>
          <p:cNvSpPr/>
          <p:nvPr/>
        </p:nvSpPr>
        <p:spPr>
          <a:xfrm>
            <a:off x="8414993" y="2269517"/>
            <a:ext cx="3110400" cy="2528518"/>
          </a:xfrm>
          <a:prstGeom prst="roundRect">
            <a:avLst>
              <a:gd name="adj" fmla="val 5888"/>
            </a:avLst>
          </a:prstGeom>
          <a:noFill/>
          <a:ln>
            <a:solidFill>
              <a:schemeClr val="bg1">
                <a:lumMod val="95000"/>
              </a:schemeClr>
            </a:solidFill>
          </a:ln>
          <a:effectLst/>
        </p:spPr>
        <p:txBody>
          <a:bodyPr rot="0" spcFirstLastPara="0" vertOverflow="overflow" horzOverflow="overflow" vert="horz" wrap="square" lIns="216000" tIns="251999" rIns="216000" bIns="21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98F0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Publica Play Medium"/>
                <a:ea typeface="+mn-ea"/>
                <a:cs typeface="+mn-cs"/>
              </a:rPr>
              <a:t>Impact 1</a:t>
            </a:r>
          </a:p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98F0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 noProof="1">
                <a:solidFill>
                  <a:srgbClr val="002882"/>
                </a:solidFill>
                <a:latin typeface="Publica Play Medium"/>
              </a:rPr>
              <a:t>Impact 2</a:t>
            </a:r>
          </a:p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98F0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Publica Play Medium"/>
                <a:ea typeface="+mn-ea"/>
                <a:cs typeface="+mn-cs"/>
              </a:rPr>
              <a:t>Impact 3</a:t>
            </a:r>
          </a:p>
        </p:txBody>
      </p:sp>
      <p:sp>
        <p:nvSpPr>
          <p:cNvPr id="43" name="Rectangle : coins arrondis 8">
            <a:extLst>
              <a:ext uri="{FF2B5EF4-FFF2-40B4-BE49-F238E27FC236}">
                <a16:creationId xmlns:a16="http://schemas.microsoft.com/office/drawing/2014/main" id="{8D4292DB-6821-9EED-3F72-1B777D3793E8}"/>
              </a:ext>
            </a:extLst>
          </p:cNvPr>
          <p:cNvSpPr/>
          <p:nvPr/>
        </p:nvSpPr>
        <p:spPr>
          <a:xfrm>
            <a:off x="617258" y="2423877"/>
            <a:ext cx="1352430" cy="300426"/>
          </a:xfrm>
          <a:prstGeom prst="roundRect">
            <a:avLst/>
          </a:prstGeom>
          <a:solidFill>
            <a:srgbClr val="F2F4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216000" tIns="251999" rIns="216000" bIns="21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strike="noStrike" kern="1200" cap="none" spc="0" normalizeH="0" baseline="0" noProof="1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eomanist Bold" panose="02000503000000020004" pitchFamily="2" charset="0"/>
                <a:cs typeface="Helvetica"/>
              </a:rPr>
              <a:t>Tag 1</a:t>
            </a:r>
          </a:p>
        </p:txBody>
      </p:sp>
      <p:sp>
        <p:nvSpPr>
          <p:cNvPr id="46" name="Rectangle : coins arrondis 8">
            <a:extLst>
              <a:ext uri="{FF2B5EF4-FFF2-40B4-BE49-F238E27FC236}">
                <a16:creationId xmlns:a16="http://schemas.microsoft.com/office/drawing/2014/main" id="{1E917D09-F2C9-293E-2597-D7E98F547A93}"/>
              </a:ext>
            </a:extLst>
          </p:cNvPr>
          <p:cNvSpPr/>
          <p:nvPr/>
        </p:nvSpPr>
        <p:spPr>
          <a:xfrm>
            <a:off x="2106787" y="2423877"/>
            <a:ext cx="1352430" cy="300426"/>
          </a:xfrm>
          <a:prstGeom prst="roundRect">
            <a:avLst/>
          </a:prstGeom>
          <a:solidFill>
            <a:srgbClr val="F2F4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216000" tIns="251999" rIns="216000" bIns="21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1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eomanist Bold" panose="02000503000000020004" pitchFamily="2" charset="0"/>
                <a:cs typeface="Helvetica"/>
              </a:rPr>
              <a:t>Tag 2</a:t>
            </a:r>
          </a:p>
        </p:txBody>
      </p:sp>
      <p:sp>
        <p:nvSpPr>
          <p:cNvPr id="47" name="Rectangle : coins arrondis 8">
            <a:extLst>
              <a:ext uri="{FF2B5EF4-FFF2-40B4-BE49-F238E27FC236}">
                <a16:creationId xmlns:a16="http://schemas.microsoft.com/office/drawing/2014/main" id="{BEB1FA13-87F6-3514-A8EC-8B475AA7C909}"/>
              </a:ext>
            </a:extLst>
          </p:cNvPr>
          <p:cNvSpPr/>
          <p:nvPr/>
        </p:nvSpPr>
        <p:spPr>
          <a:xfrm>
            <a:off x="3588875" y="2423877"/>
            <a:ext cx="1352430" cy="300426"/>
          </a:xfrm>
          <a:prstGeom prst="roundRect">
            <a:avLst/>
          </a:prstGeom>
          <a:solidFill>
            <a:srgbClr val="F2F4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216000" tIns="251999" rIns="216000" bIns="21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1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eomanist Bold" panose="02000503000000020004" pitchFamily="2" charset="0"/>
                <a:cs typeface="Helvetica"/>
              </a:rPr>
              <a:t>Tag 3</a:t>
            </a:r>
          </a:p>
        </p:txBody>
      </p:sp>
      <p:sp>
        <p:nvSpPr>
          <p:cNvPr id="48" name="Rectangle : coins arrondis 8">
            <a:extLst>
              <a:ext uri="{FF2B5EF4-FFF2-40B4-BE49-F238E27FC236}">
                <a16:creationId xmlns:a16="http://schemas.microsoft.com/office/drawing/2014/main" id="{2DD088FA-29C4-16F3-6E0E-B35B5B10348C}"/>
              </a:ext>
            </a:extLst>
          </p:cNvPr>
          <p:cNvSpPr/>
          <p:nvPr/>
        </p:nvSpPr>
        <p:spPr>
          <a:xfrm>
            <a:off x="5070963" y="2423877"/>
            <a:ext cx="1352430" cy="300426"/>
          </a:xfrm>
          <a:prstGeom prst="roundRect">
            <a:avLst/>
          </a:prstGeom>
          <a:solidFill>
            <a:srgbClr val="F2F4F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216000" tIns="251999" rIns="216000" bIns="21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1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Geomanist Bold" panose="02000503000000020004" pitchFamily="2" charset="0"/>
                <a:cs typeface="Helvetica"/>
              </a:rPr>
              <a:t>Tag 4</a:t>
            </a:r>
          </a:p>
        </p:txBody>
      </p:sp>
      <p:sp>
        <p:nvSpPr>
          <p:cNvPr id="1027" name="Rectangle : coins arrondis 8">
            <a:extLst>
              <a:ext uri="{FF2B5EF4-FFF2-40B4-BE49-F238E27FC236}">
                <a16:creationId xmlns:a16="http://schemas.microsoft.com/office/drawing/2014/main" id="{4D4D9ADF-1B48-CD6F-6279-E1905063917E}"/>
              </a:ext>
            </a:extLst>
          </p:cNvPr>
          <p:cNvSpPr/>
          <p:nvPr/>
        </p:nvSpPr>
        <p:spPr>
          <a:xfrm>
            <a:off x="8415706" y="4903467"/>
            <a:ext cx="3108974" cy="300426"/>
          </a:xfrm>
          <a:prstGeom prst="roundRect">
            <a:avLst>
              <a:gd name="adj" fmla="val 48372"/>
            </a:avLst>
          </a:prstGeom>
          <a:solidFill>
            <a:srgbClr val="FFF6EB"/>
          </a:solidFill>
          <a:ln>
            <a:noFill/>
          </a:ln>
          <a:effectLst/>
        </p:spPr>
        <p:txBody>
          <a:bodyPr rot="0" spcFirstLastPara="0" vertOverflow="overflow" horzOverflow="overflow" vert="horz" wrap="square" lIns="216000" tIns="36000" rIns="21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noProof="1">
                <a:latin typeface="Publica Play Medium"/>
              </a:rPr>
              <a:t>Métrique 1</a:t>
            </a: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srgbClr val="F98F03">
                    <a:lumMod val="75000"/>
                  </a:srgbClr>
                </a:solidFill>
                <a:effectLst/>
                <a:uLnTx/>
                <a:uFillTx/>
                <a:latin typeface="Publica Play Medium"/>
                <a:ea typeface="+mn-ea"/>
                <a:cs typeface="+mn-cs"/>
              </a:rPr>
              <a:t> Label 1</a:t>
            </a:r>
          </a:p>
        </p:txBody>
      </p:sp>
      <p:grpSp>
        <p:nvGrpSpPr>
          <p:cNvPr id="1047" name="Groupe 1046">
            <a:extLst>
              <a:ext uri="{FF2B5EF4-FFF2-40B4-BE49-F238E27FC236}">
                <a16:creationId xmlns:a16="http://schemas.microsoft.com/office/drawing/2014/main" id="{129449A4-712C-B094-7BA4-7D169F5E9086}"/>
              </a:ext>
            </a:extLst>
          </p:cNvPr>
          <p:cNvGrpSpPr/>
          <p:nvPr/>
        </p:nvGrpSpPr>
        <p:grpSpPr>
          <a:xfrm>
            <a:off x="606344" y="3009438"/>
            <a:ext cx="7194177" cy="2880078"/>
            <a:chOff x="606344" y="3010142"/>
            <a:chExt cx="7194177" cy="2983058"/>
          </a:xfrm>
        </p:grpSpPr>
        <p:sp>
          <p:nvSpPr>
            <p:cNvPr id="60" name="Rectangle : coins arrondis 8">
              <a:extLst>
                <a:ext uri="{FF2B5EF4-FFF2-40B4-BE49-F238E27FC236}">
                  <a16:creationId xmlns:a16="http://schemas.microsoft.com/office/drawing/2014/main" id="{41E47664-C9DF-EC53-7DA0-15C379336DFB}"/>
                </a:ext>
              </a:extLst>
            </p:cNvPr>
            <p:cNvSpPr/>
            <p:nvPr/>
          </p:nvSpPr>
          <p:spPr>
            <a:xfrm>
              <a:off x="606345" y="3261227"/>
              <a:ext cx="7194176" cy="1124059"/>
            </a:xfrm>
            <a:prstGeom prst="roundRect">
              <a:avLst>
                <a:gd name="adj" fmla="val 2695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216000" tIns="360000" rIns="216000" bIns="21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indent="-342900">
                <a:spcBef>
                  <a:spcPts val="3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/>
              </a:pPr>
              <a:r>
                <a:rPr lang="fr-FR" sz="1200" noProof="1"/>
                <a:t>Périmètre 1</a:t>
              </a:r>
            </a:p>
            <a:p>
              <a:pPr marL="342900" indent="-342900">
                <a:spcBef>
                  <a:spcPts val="3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/>
              </a:pPr>
              <a:r>
                <a:rPr lang="fr-FR" sz="1200" noProof="1"/>
                <a:t>Périmètre 2</a:t>
              </a:r>
            </a:p>
            <a:p>
              <a:pPr marL="342900" indent="-342900">
                <a:spcBef>
                  <a:spcPts val="3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/>
              </a:pPr>
              <a:r>
                <a:rPr lang="fr-FR" sz="1200" noProof="1"/>
                <a:t>Périmètre 3</a:t>
              </a:r>
              <a:endParaRPr lang="fr-FR" sz="12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 : coins arrondis 53">
              <a:extLst>
                <a:ext uri="{FF2B5EF4-FFF2-40B4-BE49-F238E27FC236}">
                  <a16:creationId xmlns:a16="http://schemas.microsoft.com/office/drawing/2014/main" id="{5DAFFF37-B232-E85B-DFDF-513016D4D2AB}"/>
                </a:ext>
              </a:extLst>
            </p:cNvPr>
            <p:cNvSpPr>
              <a:spLocks/>
            </p:cNvSpPr>
            <p:nvPr/>
          </p:nvSpPr>
          <p:spPr>
            <a:xfrm>
              <a:off x="788298" y="3010142"/>
              <a:ext cx="1731833" cy="325977"/>
            </a:xfrm>
            <a:prstGeom prst="roundRect">
              <a:avLst>
                <a:gd name="adj" fmla="val 20195"/>
              </a:avLst>
            </a:prstGeom>
            <a:solidFill>
              <a:srgbClr val="00288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bIns="46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ublica Play Medium" panose="00000600000000000000" pitchFamily="2" charset="0"/>
                  <a:ea typeface="+mn-ea"/>
                  <a:cs typeface="+mn-cs"/>
                  <a:sym typeface="Arial"/>
                </a:rPr>
                <a:t>Périmètre</a:t>
              </a:r>
            </a:p>
          </p:txBody>
        </p:sp>
        <p:grpSp>
          <p:nvGrpSpPr>
            <p:cNvPr id="1042" name="Groupe 1041">
              <a:extLst>
                <a:ext uri="{FF2B5EF4-FFF2-40B4-BE49-F238E27FC236}">
                  <a16:creationId xmlns:a16="http://schemas.microsoft.com/office/drawing/2014/main" id="{5CDEDD02-55F5-EC63-A47A-1D7EA32AE241}"/>
                </a:ext>
              </a:extLst>
            </p:cNvPr>
            <p:cNvGrpSpPr/>
            <p:nvPr/>
          </p:nvGrpSpPr>
          <p:grpSpPr>
            <a:xfrm>
              <a:off x="606344" y="4608440"/>
              <a:ext cx="7194176" cy="1384760"/>
              <a:chOff x="606345" y="3069333"/>
              <a:chExt cx="7194176" cy="1529290"/>
            </a:xfrm>
          </p:grpSpPr>
          <p:sp>
            <p:nvSpPr>
              <p:cNvPr id="1043" name="Rectangle : coins arrondis 8">
                <a:extLst>
                  <a:ext uri="{FF2B5EF4-FFF2-40B4-BE49-F238E27FC236}">
                    <a16:creationId xmlns:a16="http://schemas.microsoft.com/office/drawing/2014/main" id="{83786C35-923F-B5E0-A140-BD37E27D3221}"/>
                  </a:ext>
                </a:extLst>
              </p:cNvPr>
              <p:cNvSpPr/>
              <p:nvPr/>
            </p:nvSpPr>
            <p:spPr>
              <a:xfrm>
                <a:off x="606345" y="3357244"/>
                <a:ext cx="7194176" cy="1241379"/>
              </a:xfrm>
              <a:prstGeom prst="roundRect">
                <a:avLst>
                  <a:gd name="adj" fmla="val 2695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/>
            </p:spPr>
            <p:txBody>
              <a:bodyPr rot="0" spcFirstLastPara="0" vertOverflow="overflow" horzOverflow="overflow" vert="horz" wrap="square" lIns="216000" tIns="360000" rIns="216000" bIns="21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rgbClr val="F98F03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r-FR" sz="1200" b="0" i="0" u="none" strike="noStrike" kern="1200" cap="none" spc="0" normalizeH="0" baseline="0" noProof="1">
                    <a:ln>
                      <a:noFill/>
                    </a:ln>
                    <a:solidFill>
                      <a:srgbClr val="002882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Enjeux clés 1</a:t>
                </a:r>
              </a:p>
              <a:p>
                <a:pPr marL="342900" lvl="0" indent="-342900">
                  <a:spcBef>
                    <a:spcPts val="300"/>
                  </a:spcBef>
                  <a:spcAft>
                    <a:spcPts val="300"/>
                  </a:spcAft>
                  <a:buClr>
                    <a:srgbClr val="F98F03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fr-FR" sz="1200" noProof="1">
                    <a:solidFill>
                      <a:srgbClr val="002882"/>
                    </a:solidFill>
                  </a:rPr>
                  <a:t>Enjeux clés 2</a:t>
                </a:r>
              </a:p>
              <a:p>
                <a:pPr marL="342900" lvl="0" indent="-342900">
                  <a:spcBef>
                    <a:spcPts val="300"/>
                  </a:spcBef>
                  <a:spcAft>
                    <a:spcPts val="300"/>
                  </a:spcAft>
                  <a:buClr>
                    <a:srgbClr val="F98F03"/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fr-FR" sz="1200" noProof="1">
                    <a:solidFill>
                      <a:srgbClr val="002882"/>
                    </a:solidFill>
                  </a:rPr>
                  <a:t>Enjeux clés 3</a:t>
                </a:r>
                <a:endParaRPr kumimoji="0" lang="fr-FR" sz="1200" b="0" i="0" u="none" strike="noStrike" kern="1200" cap="none" spc="0" normalizeH="0" baseline="0" noProof="1">
                  <a:ln>
                    <a:noFill/>
                  </a:ln>
                  <a:solidFill>
                    <a:srgbClr val="002882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044" name="Rectangle : coins arrondis 1043">
                <a:extLst>
                  <a:ext uri="{FF2B5EF4-FFF2-40B4-BE49-F238E27FC236}">
                    <a16:creationId xmlns:a16="http://schemas.microsoft.com/office/drawing/2014/main" id="{C5B15C2F-E1D1-2D61-3232-A03C2866AE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54844" y="3069333"/>
                <a:ext cx="1731833" cy="360000"/>
              </a:xfrm>
              <a:prstGeom prst="roundRect">
                <a:avLst>
                  <a:gd name="adj" fmla="val 20195"/>
                </a:avLst>
              </a:prstGeom>
              <a:solidFill>
                <a:srgbClr val="00288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bIns="46800" rtlCol="0" anchor="ctr"/>
              <a:lstStyle/>
              <a:p>
                <a:pPr lvl="0" algn="ctr">
                  <a:defRPr/>
                </a:pPr>
                <a:r>
                  <a:rPr lang="fr-FR" sz="1400" noProof="1">
                    <a:solidFill>
                      <a:srgbClr val="FFFFFF"/>
                    </a:solidFill>
                    <a:latin typeface="Publica Play Medium" panose="00000600000000000000" pitchFamily="2" charset="0"/>
                    <a:sym typeface="Arial"/>
                  </a:rPr>
                  <a:t>Les enjeux clés</a:t>
                </a:r>
              </a:p>
            </p:txBody>
          </p:sp>
        </p:grpSp>
      </p:grp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A13BE02-7C4B-6D27-209F-200C7C23FB1C}"/>
              </a:ext>
            </a:extLst>
          </p:cNvPr>
          <p:cNvSpPr>
            <a:spLocks/>
          </p:cNvSpPr>
          <p:nvPr/>
        </p:nvSpPr>
        <p:spPr>
          <a:xfrm>
            <a:off x="8922927" y="1932287"/>
            <a:ext cx="2094531" cy="463596"/>
          </a:xfrm>
          <a:prstGeom prst="roundRect">
            <a:avLst>
              <a:gd name="adj" fmla="val 41708"/>
            </a:avLst>
          </a:prstGeom>
          <a:gradFill flip="none" rotWithShape="1">
            <a:gsLst>
              <a:gs pos="100000">
                <a:srgbClr val="EA5800"/>
              </a:gs>
              <a:gs pos="5000">
                <a:srgbClr val="F6951E"/>
              </a:gs>
              <a:gs pos="54000">
                <a:srgbClr val="F6951E"/>
              </a:gs>
              <a:gs pos="32000">
                <a:srgbClr val="F6951E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ublica Play Medium" panose="00000600000000000000" pitchFamily="2" charset="0"/>
                <a:ea typeface="+mn-ea"/>
                <a:cs typeface="+mn-cs"/>
                <a:sym typeface="Arial"/>
              </a:rPr>
              <a:t>Notre impact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99A8004-ED34-4D6E-ABA8-CC3F32872F5B}"/>
              </a:ext>
            </a:extLst>
          </p:cNvPr>
          <p:cNvSpPr/>
          <p:nvPr/>
        </p:nvSpPr>
        <p:spPr>
          <a:xfrm>
            <a:off x="8415706" y="5277498"/>
            <a:ext cx="3108974" cy="300426"/>
          </a:xfrm>
          <a:prstGeom prst="roundRect">
            <a:avLst>
              <a:gd name="adj" fmla="val 48372"/>
            </a:avLst>
          </a:prstGeom>
          <a:solidFill>
            <a:srgbClr val="FFF6EB"/>
          </a:solidFill>
          <a:ln>
            <a:noFill/>
          </a:ln>
          <a:effectLst/>
        </p:spPr>
        <p:txBody>
          <a:bodyPr rot="0" spcFirstLastPara="0" vertOverflow="overflow" horzOverflow="overflow" vert="horz" wrap="square" lIns="216000" tIns="36000" rIns="21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600"/>
              </a:spcBef>
              <a:defRPr/>
            </a:pPr>
            <a:r>
              <a:rPr lang="fr-FR" sz="1600" noProof="1">
                <a:latin typeface="Publica Play Medium"/>
              </a:rPr>
              <a:t>Métrique 2</a:t>
            </a: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srgbClr val="F98F03">
                    <a:lumMod val="75000"/>
                  </a:srgbClr>
                </a:solidFill>
                <a:effectLst/>
                <a:uLnTx/>
                <a:uFillTx/>
                <a:latin typeface="Publica Play Medium"/>
                <a:ea typeface="+mn-ea"/>
                <a:cs typeface="+mn-cs"/>
              </a:rPr>
              <a:t> Label 2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CCACEC65-776C-912B-5240-8FC476954A5A}"/>
              </a:ext>
            </a:extLst>
          </p:cNvPr>
          <p:cNvSpPr/>
          <p:nvPr/>
        </p:nvSpPr>
        <p:spPr>
          <a:xfrm>
            <a:off x="8415706" y="5651529"/>
            <a:ext cx="3108974" cy="300426"/>
          </a:xfrm>
          <a:prstGeom prst="roundRect">
            <a:avLst>
              <a:gd name="adj" fmla="val 48372"/>
            </a:avLst>
          </a:prstGeom>
          <a:solidFill>
            <a:srgbClr val="FFF6EB"/>
          </a:solidFill>
          <a:ln>
            <a:noFill/>
          </a:ln>
          <a:effectLst/>
        </p:spPr>
        <p:txBody>
          <a:bodyPr rot="0" spcFirstLastPara="0" vertOverflow="overflow" horzOverflow="overflow" vert="horz" wrap="square" lIns="216000" tIns="36000" rIns="21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600"/>
              </a:spcBef>
              <a:defRPr/>
            </a:pPr>
            <a:r>
              <a:rPr lang="fr-FR" sz="1600" noProof="1">
                <a:latin typeface="Publica Play Medium"/>
              </a:rPr>
              <a:t>Métrique 3</a:t>
            </a:r>
            <a:r>
              <a:rPr kumimoji="0" lang="fr-FR" sz="1200" b="0" i="0" u="none" strike="noStrike" kern="1200" cap="none" spc="0" normalizeH="0" baseline="0" noProof="1">
                <a:ln>
                  <a:noFill/>
                </a:ln>
                <a:solidFill>
                  <a:srgbClr val="F98F03">
                    <a:lumMod val="75000"/>
                  </a:srgbClr>
                </a:solidFill>
                <a:effectLst/>
                <a:uLnTx/>
                <a:uFillTx/>
                <a:latin typeface="Publica Play Medium"/>
                <a:ea typeface="+mn-ea"/>
                <a:cs typeface="+mn-cs"/>
              </a:rPr>
              <a:t> Label 3</a:t>
            </a:r>
          </a:p>
        </p:txBody>
      </p:sp>
    </p:spTree>
    <p:extLst>
      <p:ext uri="{BB962C8B-B14F-4D97-AF65-F5344CB8AC3E}">
        <p14:creationId xmlns:p14="http://schemas.microsoft.com/office/powerpoint/2010/main" val="3714257907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">
  <a:themeElements>
    <a:clrScheme name="WeFiiT">
      <a:dk1>
        <a:srgbClr val="002882"/>
      </a:dk1>
      <a:lt1>
        <a:srgbClr val="FFFFFF"/>
      </a:lt1>
      <a:dk2>
        <a:srgbClr val="002882"/>
      </a:dk2>
      <a:lt2>
        <a:srgbClr val="FFFFFF"/>
      </a:lt2>
      <a:accent1>
        <a:srgbClr val="002882"/>
      </a:accent1>
      <a:accent2>
        <a:srgbClr val="F98F0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harte graphique Fev 2024">
      <a:majorFont>
        <a:latin typeface="Publica Play Medium"/>
        <a:ea typeface=""/>
        <a:cs typeface=""/>
      </a:majorFont>
      <a:minorFont>
        <a:latin typeface="Geomani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Thème Office">
  <a:themeElements>
    <a:clrScheme name="WeFiiT">
      <a:dk1>
        <a:srgbClr val="002882"/>
      </a:dk1>
      <a:lt1>
        <a:srgbClr val="FFFFFF"/>
      </a:lt1>
      <a:dk2>
        <a:srgbClr val="002882"/>
      </a:dk2>
      <a:lt2>
        <a:srgbClr val="FFFFFF"/>
      </a:lt2>
      <a:accent1>
        <a:srgbClr val="002882"/>
      </a:accent1>
      <a:accent2>
        <a:srgbClr val="F98F0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harte graphique Fev 2024">
      <a:majorFont>
        <a:latin typeface="Publica Play Medium"/>
        <a:ea typeface=""/>
        <a:cs typeface=""/>
      </a:majorFont>
      <a:minorFont>
        <a:latin typeface="Geomani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ec9101-e234-4bf3-85f2-17fe95c69024" xsi:nil="true"/>
    <lcf76f155ced4ddcb4097134ff3c332f xmlns="10833e89-2023-4cf1-878e-22316438695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7F3A349F173F4B857F02E46644D35F" ma:contentTypeVersion="16" ma:contentTypeDescription="Create a new document." ma:contentTypeScope="" ma:versionID="aa27624d0cfe0884392304e970b868f4">
  <xsd:schema xmlns:xsd="http://www.w3.org/2001/XMLSchema" xmlns:xs="http://www.w3.org/2001/XMLSchema" xmlns:p="http://schemas.microsoft.com/office/2006/metadata/properties" xmlns:ns2="10833e89-2023-4cf1-878e-22316438695a" xmlns:ns3="a8ec9101-e234-4bf3-85f2-17fe95c69024" targetNamespace="http://schemas.microsoft.com/office/2006/metadata/properties" ma:root="true" ma:fieldsID="4aa094190ffb5ae984a774d6011ca23b" ns2:_="" ns3:_="">
    <xsd:import namespace="10833e89-2023-4cf1-878e-22316438695a"/>
    <xsd:import namespace="a8ec9101-e234-4bf3-85f2-17fe95c690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833e89-2023-4cf1-878e-2231643869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325f2e3-c792-4e1d-8e00-e7da870998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ec9101-e234-4bf3-85f2-17fe95c69024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83f16bb2-e699-4e7b-a60c-1c47ebb99730}" ma:internalName="TaxCatchAll" ma:showField="CatchAllData" ma:web="a8ec9101-e234-4bf3-85f2-17fe95c690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159F6D-0B30-46B7-AA48-83CF6A7305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CDAFFE-9BDF-4676-91A9-CD7286886BA3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a8ec9101-e234-4bf3-85f2-17fe95c69024"/>
    <ds:schemaRef ds:uri="http://schemas.openxmlformats.org/package/2006/metadata/core-properties"/>
    <ds:schemaRef ds:uri="10833e89-2023-4cf1-878e-22316438695a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AE2A31F-E89E-4F7A-947C-3DBEC34C11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833e89-2023-4cf1-878e-22316438695a"/>
    <ds:schemaRef ds:uri="a8ec9101-e234-4bf3-85f2-17fe95c690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Grand écran</PresentationFormat>
  <Paragraphs>31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</vt:i4>
      </vt:variant>
    </vt:vector>
  </HeadingPairs>
  <TitlesOfParts>
    <vt:vector size="11" baseType="lpstr">
      <vt:lpstr>Geomanist Bold</vt:lpstr>
      <vt:lpstr>Geomanist Regular</vt:lpstr>
      <vt:lpstr>Calibri</vt:lpstr>
      <vt:lpstr>Helvetica</vt:lpstr>
      <vt:lpstr>Arial</vt:lpstr>
      <vt:lpstr>Geomanist</vt:lpstr>
      <vt:lpstr>Publica Play Medium</vt:lpstr>
      <vt:lpstr>verdana</vt:lpstr>
      <vt:lpstr>2_Thème Office</vt:lpstr>
      <vt:lpstr>3_Thème Office</vt:lpstr>
      <vt:lpstr>Titre de la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Prisca DENIZEAU</dc:creator>
  <cp:lastModifiedBy>Rodolphe LE BLEVENEC</cp:lastModifiedBy>
  <cp:revision>11</cp:revision>
  <cp:lastPrinted>2024-08-29T09:06:00Z</cp:lastPrinted>
  <dcterms:created xsi:type="dcterms:W3CDTF">2024-03-07T08:29:17Z</dcterms:created>
  <dcterms:modified xsi:type="dcterms:W3CDTF">2026-05-18T10:26:01Z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0x010100337F3A349F173F4B857F02E46644D35F</vt:lpwstr>
  </property>
  <property fmtid="{D5CDD505-2E9C-101B-9397-08002B2CF9AE}" pid="3" name="Order">
    <vt:r8>574000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</Properties>
</file>